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Caveat"/>
      <p:regular r:id="rId10"/>
      <p:bold r:id="rId11"/>
    </p:embeddedFon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Maven Pro ExtraBold"/>
      <p:bold r:id="rId20"/>
    </p:embeddedFont>
    <p:embeddedFont>
      <p:font typeface="Montserrat ExtraBold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ExtraBold-bold.fntdata"/><Relationship Id="rId11" Type="http://schemas.openxmlformats.org/officeDocument/2006/relationships/font" Target="fonts/Caveat-bold.fntdata"/><Relationship Id="rId22" Type="http://schemas.openxmlformats.org/officeDocument/2006/relationships/font" Target="fonts/MontserratExtraBold-boldItalic.fntdata"/><Relationship Id="rId10" Type="http://schemas.openxmlformats.org/officeDocument/2006/relationships/font" Target="fonts/Caveat-regular.fntdata"/><Relationship Id="rId21" Type="http://schemas.openxmlformats.org/officeDocument/2006/relationships/font" Target="fonts/MontserratExtraBold-bold.fntdata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58283c4f4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58283c4f4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637d45ae635d8ad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637d45ae635d8ad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d58f0512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d58f0512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2195650" y="405625"/>
            <a:ext cx="2907900" cy="10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3800">
                <a:latin typeface="Maven Pro ExtraBold"/>
                <a:ea typeface="Maven Pro ExtraBold"/>
                <a:cs typeface="Maven Pro ExtraBold"/>
                <a:sym typeface="Maven Pro ExtraBold"/>
              </a:rPr>
              <a:t>Placa Mãe</a:t>
            </a:r>
            <a:endParaRPr b="0" sz="3800">
              <a:latin typeface="Maven Pro ExtraBold"/>
              <a:ea typeface="Maven Pro ExtraBold"/>
              <a:cs typeface="Maven Pro ExtraBold"/>
              <a:sym typeface="Maven Pro ExtraBold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0" y="470727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Caveat"/>
                <a:ea typeface="Caveat"/>
                <a:cs typeface="Caveat"/>
                <a:sym typeface="Caveat"/>
              </a:rPr>
              <a:t>Giovanni e Caio</a:t>
            </a:r>
            <a:endParaRPr sz="1500"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4950" y="1258900"/>
            <a:ext cx="4980300" cy="29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ctrTitle"/>
          </p:nvPr>
        </p:nvSpPr>
        <p:spPr>
          <a:xfrm>
            <a:off x="249225" y="-120575"/>
            <a:ext cx="6771600" cy="140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ontserrat ExtraBold"/>
                <a:ea typeface="Montserrat ExtraBold"/>
                <a:cs typeface="Montserrat ExtraBold"/>
                <a:sym typeface="Montserrat ExtraBold"/>
              </a:rPr>
              <a:t>Quem Criou? Quando Foi Criado? e Onde Foi Criado?</a:t>
            </a:r>
            <a:endParaRPr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2" name="Google Shape;142;p14"/>
          <p:cNvSpPr txBox="1"/>
          <p:nvPr>
            <p:ph idx="1" type="subTitle"/>
          </p:nvPr>
        </p:nvSpPr>
        <p:spPr>
          <a:xfrm>
            <a:off x="-53175" y="1283713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omic Sans MS"/>
                <a:ea typeface="Comic Sans MS"/>
                <a:cs typeface="Comic Sans MS"/>
                <a:sym typeface="Comic Sans MS"/>
              </a:rPr>
              <a:t>A placa mãe foi criada pela IBM(International Business </a:t>
            </a:r>
            <a:r>
              <a:rPr lang="pt-BR" sz="1800">
                <a:latin typeface="Comic Sans MS"/>
                <a:ea typeface="Comic Sans MS"/>
                <a:cs typeface="Comic Sans MS"/>
                <a:sym typeface="Comic Sans MS"/>
              </a:rPr>
              <a:t>Machines)</a:t>
            </a:r>
            <a:r>
              <a:rPr lang="pt-BR" sz="1800">
                <a:latin typeface="Comic Sans MS"/>
                <a:ea typeface="Comic Sans MS"/>
                <a:cs typeface="Comic Sans MS"/>
                <a:sym typeface="Comic Sans MS"/>
              </a:rPr>
              <a:t> em 1982.</a:t>
            </a:r>
            <a:endParaRPr sz="1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3" name="Google Shape;1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900" y="2721287"/>
            <a:ext cx="5166749" cy="2349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/>
        </p:nvSpPr>
        <p:spPr>
          <a:xfrm>
            <a:off x="-93050" y="2236800"/>
            <a:ext cx="461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Por ser uma empresa Estadunidense, a placa mãe também foi criada no estados Unidos.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5" name="Google Shape;14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4977" y="39875"/>
            <a:ext cx="1243874" cy="124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478569" y="892988"/>
            <a:ext cx="7046100" cy="145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Qual a funcionalidade da placa mãe </a:t>
            </a:r>
            <a:endParaRPr b="1"/>
          </a:p>
        </p:txBody>
      </p:sp>
      <p:sp>
        <p:nvSpPr>
          <p:cNvPr id="151" name="Google Shape;151;p15"/>
          <p:cNvSpPr txBox="1"/>
          <p:nvPr/>
        </p:nvSpPr>
        <p:spPr>
          <a:xfrm>
            <a:off x="478575" y="2571757"/>
            <a:ext cx="59376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243900" y="2372550"/>
            <a:ext cx="8542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a placa mãe é como se fosse a coluna vertebral de um computador, ela une os componentes do computador permitindo que os componentes se conversem entre si, sem ela as peças como CPU, GPU ou DISCO </a:t>
            </a: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RÍGIDO</a:t>
            </a: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não iriam  interagir umas com as outras. a placa mãe é </a:t>
            </a: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necessária para que um computador funcione bem.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306550" y="929700"/>
            <a:ext cx="63444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a importância da placa-mãe para o funcionamento do computador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28150" y="2150500"/>
            <a:ext cx="425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399075" y="2078400"/>
            <a:ext cx="6902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Sem a placa-mãe o computador </a:t>
            </a: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não</a:t>
            </a: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funcionaria, pois os componentes não teriam como se </a:t>
            </a: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comunicarem para que as </a:t>
            </a: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informações fossem passadas para a tela.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Por isso é </a:t>
            </a: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importante ter uma boa placa-mãe, para ter uma melhor eficiência nas tarefas que serão executadas.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.A placa-mãe é um componente que merece atenção, pois uma placa de qualidade e bem projetada facilita a identificação de problemas e o acesso a assistência técnica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