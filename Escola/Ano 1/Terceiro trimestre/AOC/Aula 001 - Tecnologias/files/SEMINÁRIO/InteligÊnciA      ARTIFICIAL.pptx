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tvs.com/blog/inovacoes/o-que-e-inteligencia-artificial/" TargetMode="External"/><Relationship Id="rId2" Type="http://schemas.openxmlformats.org/officeDocument/2006/relationships/hyperlink" Target="https://cloud.google.com/learn/what-is-artificial-intelligence?hl=pt-B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t.wikipedia.org/wiki/Intelig%C3%AAncia_artifici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54BED-44C4-30BE-E4C5-4DE3842D27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>
                <a:latin typeface="Comic Sans MS" panose="030F0702030302020204" pitchFamily="66" charset="0"/>
              </a:rPr>
              <a:t>InteligÊnciA</a:t>
            </a:r>
            <a:r>
              <a:rPr lang="pt-BR" dirty="0">
                <a:latin typeface="Comic Sans MS" panose="030F0702030302020204" pitchFamily="66" charset="0"/>
              </a:rPr>
              <a:t>      ARTIFICIAL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0EF479-F8A7-348E-C7E8-ABE32013B9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JOÃO VINICIUS TORQUATO</a:t>
            </a:r>
          </a:p>
          <a:p>
            <a:r>
              <a:rPr lang="pt-BR" dirty="0">
                <a:latin typeface="Comic Sans MS" panose="030F0702030302020204" pitchFamily="66" charset="0"/>
              </a:rPr>
              <a:t>HENRIQUE STRAPASSON</a:t>
            </a:r>
          </a:p>
        </p:txBody>
      </p:sp>
    </p:spTree>
    <p:extLst>
      <p:ext uri="{BB962C8B-B14F-4D97-AF65-F5344CB8AC3E}">
        <p14:creationId xmlns:p14="http://schemas.microsoft.com/office/powerpoint/2010/main" val="216436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65DE79-1D43-0E36-E746-BA279FFA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Sumario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2274BE-ED11-C2FB-762C-DA848CE25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1                                                        Oque é ia</a:t>
            </a:r>
          </a:p>
          <a:p>
            <a:r>
              <a:rPr lang="pt-BR" dirty="0">
                <a:latin typeface="Comic Sans MS" panose="030F0702030302020204" pitchFamily="66" charset="0"/>
              </a:rPr>
              <a:t>2                       Existem diferentes tipos de IA</a:t>
            </a:r>
          </a:p>
          <a:p>
            <a:r>
              <a:rPr lang="pt-BR" dirty="0">
                <a:latin typeface="Comic Sans MS" panose="030F0702030302020204" pitchFamily="66" charset="0"/>
              </a:rPr>
              <a:t>3                                                  Como funciona </a:t>
            </a:r>
          </a:p>
          <a:p>
            <a:r>
              <a:rPr lang="pt-BR" dirty="0">
                <a:latin typeface="Comic Sans MS" panose="030F0702030302020204" pitchFamily="66" charset="0"/>
              </a:rPr>
              <a:t>4 -5-6                                             Criação da ia</a:t>
            </a:r>
          </a:p>
          <a:p>
            <a:r>
              <a:rPr lang="pt-BR" dirty="0">
                <a:latin typeface="Comic Sans MS" panose="030F0702030302020204" pitchFamily="66" charset="0"/>
              </a:rPr>
              <a:t>7            Como a Inteligência   Artificial é Usada</a:t>
            </a:r>
          </a:p>
          <a:p>
            <a:r>
              <a:rPr lang="pt-BR" dirty="0">
                <a:latin typeface="Comic Sans MS" panose="030F0702030302020204" pitchFamily="66" charset="0"/>
              </a:rPr>
              <a:t>8                                                     curiosidades</a:t>
            </a:r>
          </a:p>
          <a:p>
            <a:r>
              <a:rPr lang="pt-BR" dirty="0">
                <a:latin typeface="Comic Sans MS" panose="030F0702030302020204" pitchFamily="66" charset="0"/>
              </a:rPr>
              <a:t>9                                                              fontes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686601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8C0F4-F8D3-A987-7D57-150E8A4F9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  1                                         Oque é 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3D7BD7-FD0B-04D6-312F-7E2726D17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Inteligência Artificial (IA) é uma área da ciência da computação que busca criar sistemas ou máquinas capazes de realizar tarefas que normalmente requerem inteligência humana. Isso inclui habilidades como entender a linguagem, reconhecer padrões, aprender com dados, tomar decisões, resolver problemas.</a:t>
            </a:r>
          </a:p>
        </p:txBody>
      </p:sp>
    </p:spTree>
    <p:extLst>
      <p:ext uri="{BB962C8B-B14F-4D97-AF65-F5344CB8AC3E}">
        <p14:creationId xmlns:p14="http://schemas.microsoft.com/office/powerpoint/2010/main" val="62162868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AD58E-8C76-5246-A5A2-A7B054B69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090" y="548179"/>
            <a:ext cx="9905998" cy="1478570"/>
          </a:xfrm>
        </p:spPr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2       Existem diferentes tipos de IA  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9D211B-ADF0-5203-62D5-02DC8D012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179448"/>
          </a:xfrm>
        </p:spPr>
        <p:txBody>
          <a:bodyPr>
            <a:normAutofit fontScale="92500"/>
          </a:bodyPr>
          <a:lstStyle/>
          <a:p>
            <a:r>
              <a:rPr lang="pt-BR" dirty="0">
                <a:latin typeface="Comic Sans MS" panose="030F0702030302020204" pitchFamily="66" charset="0"/>
              </a:rPr>
              <a:t>IA fraca (ou estreita): Projetada para uma tarefa específica, como assistentes de voz, reconhecimento de imagem e diagnósticos médicos. É o tipo mais comum de IA atualmente.</a:t>
            </a:r>
          </a:p>
          <a:p>
            <a:r>
              <a:rPr lang="pt-BR" dirty="0">
                <a:latin typeface="Comic Sans MS" panose="030F0702030302020204" pitchFamily="66" charset="0"/>
              </a:rPr>
              <a:t>2. IA forte (ou geral): Essa IA teria habilidades cognitivas amplas e poderia realizar qualquer tarefa intelectual que um ser humano consegue fazer, ainda que seja uma meta que a ciência ainda não alcançou.</a:t>
            </a:r>
          </a:p>
          <a:p>
            <a:r>
              <a:rPr lang="pt-BR" dirty="0">
                <a:latin typeface="Comic Sans MS" panose="030F0702030302020204" pitchFamily="66" charset="0"/>
              </a:rPr>
              <a:t>3. Superinteligência: Refere-se a uma IA que supera a inteligência humana em praticamente todos os aspectos, mas é uma ideia hipotética e altamente especulativa.</a:t>
            </a:r>
          </a:p>
        </p:txBody>
      </p:sp>
    </p:spTree>
    <p:extLst>
      <p:ext uri="{BB962C8B-B14F-4D97-AF65-F5344CB8AC3E}">
        <p14:creationId xmlns:p14="http://schemas.microsoft.com/office/powerpoint/2010/main" val="108286601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14BAA-8FCE-CA2B-D85D-0179E536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3                                     Como funciona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4F177E-B498-1550-B9A9-93AC37FC8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827756"/>
          </a:xfrm>
        </p:spPr>
        <p:txBody>
          <a:bodyPr>
            <a:normAutofit fontScale="92500" lnSpcReduction="10000"/>
          </a:bodyPr>
          <a:lstStyle/>
          <a:p>
            <a:r>
              <a:rPr lang="pt-BR" dirty="0">
                <a:latin typeface="Comic Sans MS" panose="030F0702030302020204" pitchFamily="66" charset="0"/>
              </a:rPr>
              <a:t>A Inteligência Artificial funciona através de algoritmos e técnicas que permitem que sistemas computacionais "aprendam" e realizem tarefas complexas.</a:t>
            </a:r>
          </a:p>
          <a:p>
            <a:r>
              <a:rPr lang="pt-BR" dirty="0">
                <a:latin typeface="Comic Sans MS" panose="030F0702030302020204" pitchFamily="66" charset="0"/>
              </a:rPr>
              <a:t>1. Dados: IA precisa de grandes volumes de dados para aprender e fazer previsões. Esses dados são usados para treinar os modelos, ajudando-os a reconhecer padrões e melhorar sua precisão com o tempo.</a:t>
            </a:r>
          </a:p>
          <a:p>
            <a:r>
              <a:rPr lang="pt-BR" dirty="0">
                <a:latin typeface="Comic Sans MS" panose="030F0702030302020204" pitchFamily="66" charset="0"/>
              </a:rPr>
              <a:t>2. Algoritmos de aprendizado de máquina: São conjuntos de instruções que permitem à IA processar dados e tomar decisões. Existem diferentes tipos, incluindo:</a:t>
            </a:r>
          </a:p>
        </p:txBody>
      </p:sp>
    </p:spTree>
    <p:extLst>
      <p:ext uri="{BB962C8B-B14F-4D97-AF65-F5344CB8AC3E}">
        <p14:creationId xmlns:p14="http://schemas.microsoft.com/office/powerpoint/2010/main" val="275756330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AB04A-9655-7D3F-7F70-270190EC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4                                         Criação da 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AD3882-CFEB-5ECA-D6AE-73F785577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>
                <a:latin typeface="Comic Sans MS" panose="030F0702030302020204" pitchFamily="66" charset="0"/>
              </a:rPr>
              <a:t>A criação da Inteligência Artificial não pode ser atribuída a uma única pessoa, pois ela evoluiu ao longo de décadas com contribuições de muitos cientistas. Porém, alguns pioneiros tiveram um papel fundamental:</a:t>
            </a:r>
          </a:p>
          <a:p>
            <a:r>
              <a:rPr lang="pt-BR" dirty="0">
                <a:latin typeface="Comic Sans MS" panose="030F0702030302020204" pitchFamily="66" charset="0"/>
              </a:rPr>
              <a:t>Alan Turing: Matemático britânico, Turing é considerado um dos "pais da computação". Em 1950, ele propôs o famoso Teste de Turing, uma maneira de avaliar se uma máquina pode exibir um comportamento inteligente similar ao humano.</a:t>
            </a:r>
          </a:p>
        </p:txBody>
      </p:sp>
    </p:spTree>
    <p:extLst>
      <p:ext uri="{BB962C8B-B14F-4D97-AF65-F5344CB8AC3E}">
        <p14:creationId xmlns:p14="http://schemas.microsoft.com/office/powerpoint/2010/main" val="230616107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694F3-2245-1FBB-C201-81855EC1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3556"/>
            <a:ext cx="9905998" cy="562708"/>
          </a:xfrm>
        </p:spPr>
        <p:txBody>
          <a:bodyPr>
            <a:normAutofit fontScale="90000"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6A96A1-729C-E21A-F833-A42488A47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83212"/>
            <a:ext cx="9905999" cy="4707989"/>
          </a:xfrm>
        </p:spPr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John McCarthy: Foi um dos primeiros a usar o termo "Inteligência Artificial" em uma conferência em 1956, conhecida como Conferência de </a:t>
            </a:r>
            <a:r>
              <a:rPr lang="pt-BR" dirty="0" err="1">
                <a:latin typeface="Comic Sans MS" panose="030F0702030302020204" pitchFamily="66" charset="0"/>
              </a:rPr>
              <a:t>Dartmouth</a:t>
            </a:r>
            <a:r>
              <a:rPr lang="pt-BR" dirty="0">
                <a:latin typeface="Comic Sans MS" panose="030F0702030302020204" pitchFamily="66" charset="0"/>
              </a:rPr>
              <a:t>, que é considerada o marco inicial formal do campo de IA. McCarthy também desenvolveu a linguagem de programação LISP, usada na pesquisa em IA.</a:t>
            </a:r>
          </a:p>
          <a:p>
            <a:r>
              <a:rPr lang="pt-BR" dirty="0">
                <a:latin typeface="Comic Sans MS" panose="030F0702030302020204" pitchFamily="66" charset="0"/>
              </a:rPr>
              <a:t>3. Marvin </a:t>
            </a:r>
            <a:r>
              <a:rPr lang="pt-BR" dirty="0" err="1">
                <a:latin typeface="Comic Sans MS" panose="030F0702030302020204" pitchFamily="66" charset="0"/>
              </a:rPr>
              <a:t>Minsky</a:t>
            </a:r>
            <a:r>
              <a:rPr lang="pt-BR" dirty="0">
                <a:latin typeface="Comic Sans MS" panose="030F0702030302020204" pitchFamily="66" charset="0"/>
              </a:rPr>
              <a:t>: Outro pioneiro, </a:t>
            </a:r>
            <a:r>
              <a:rPr lang="pt-BR" dirty="0" err="1">
                <a:latin typeface="Comic Sans MS" panose="030F0702030302020204" pitchFamily="66" charset="0"/>
              </a:rPr>
              <a:t>Minsky</a:t>
            </a:r>
            <a:r>
              <a:rPr lang="pt-BR" dirty="0">
                <a:latin typeface="Comic Sans MS" panose="030F0702030302020204" pitchFamily="66" charset="0"/>
              </a:rPr>
              <a:t> contribuiu significativamente para o desenvolvimento de redes neurais e fundou o laboratório de Inteligência Artificial do MIT. Ele foi uma figura importante no início da IA e no desenvolvimento de modelos de percepção e aprendizado.</a:t>
            </a:r>
          </a:p>
          <a:p>
            <a:endParaRPr lang="pt-BR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80333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F8D580-0C3F-C7CB-E85B-8BEAE5389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67286"/>
            <a:ext cx="9905998" cy="647113"/>
          </a:xfrm>
        </p:spPr>
        <p:txBody>
          <a:bodyPr>
            <a:norm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6EDF47-014B-2BCC-4B6A-1538E39FB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55077"/>
            <a:ext cx="9905999" cy="4736124"/>
          </a:xfrm>
        </p:spPr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4. Claude Shannon: Conhecido como o "pai da teoria da informação", Shannon explorou como circuitos lógicos poderiam imitar o pensamento humano, o que influenciou o desenvolvimento de sistemas de IA.</a:t>
            </a:r>
          </a:p>
          <a:p>
            <a:r>
              <a:rPr lang="pt-BR" dirty="0">
                <a:latin typeface="Comic Sans MS" panose="030F0702030302020204" pitchFamily="66" charset="0"/>
              </a:rPr>
              <a:t>5. Norbert Wiener: Um dos fundadores da cibernética, Wiener estudou a comunicação e controle em máquinas, influenciando o estudo de sistemas que se adaptam e respondem ao ambiente.</a:t>
            </a:r>
          </a:p>
        </p:txBody>
      </p:sp>
    </p:spTree>
    <p:extLst>
      <p:ext uri="{BB962C8B-B14F-4D97-AF65-F5344CB8AC3E}">
        <p14:creationId xmlns:p14="http://schemas.microsoft.com/office/powerpoint/2010/main" val="91134867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20FA0-DE09-D507-D0C3-E2489910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 7      Como a Inteligência   Artificial é Usada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93518C-78D7-F420-A699-7573540CD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869959"/>
          </a:xfrm>
        </p:spPr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600" b="1" dirty="0">
                <a:latin typeface="Comic Sans MS" panose="030F0702030302020204" pitchFamily="66" charset="0"/>
              </a:rPr>
              <a:t>Automação de Processos</a:t>
            </a:r>
            <a:r>
              <a:rPr lang="pt-BR" sz="2600" dirty="0">
                <a:latin typeface="Comic Sans MS" panose="030F0702030302020204" pitchFamily="66" charset="0"/>
              </a:rPr>
              <a:t>: </a:t>
            </a:r>
            <a:r>
              <a:rPr lang="pt-BR" sz="2600" dirty="0" err="1">
                <a:latin typeface="Comic Sans MS" panose="030F0702030302020204" pitchFamily="66" charset="0"/>
              </a:rPr>
              <a:t>Chatbots</a:t>
            </a:r>
            <a:r>
              <a:rPr lang="pt-BR" sz="2600" dirty="0">
                <a:latin typeface="Comic Sans MS" panose="030F0702030302020204" pitchFamily="66" charset="0"/>
              </a:rPr>
              <a:t>, assistentes virtuais e automação de tarefas repetitivas.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600" b="1" dirty="0">
                <a:latin typeface="Comic Sans MS" panose="030F0702030302020204" pitchFamily="66" charset="0"/>
              </a:rPr>
              <a:t>Análise de Dados</a:t>
            </a:r>
            <a:r>
              <a:rPr lang="pt-BR" sz="2600" dirty="0">
                <a:latin typeface="Comic Sans MS" panose="030F0702030302020204" pitchFamily="66" charset="0"/>
              </a:rPr>
              <a:t>: Previsões e insights em marketing, finanças, saúde,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600" b="1" dirty="0">
                <a:latin typeface="Comic Sans MS" panose="030F0702030302020204" pitchFamily="66" charset="0"/>
              </a:rPr>
              <a:t>Reconhecimento de Padrões</a:t>
            </a:r>
            <a:r>
              <a:rPr lang="pt-BR" sz="2600" dirty="0">
                <a:latin typeface="Comic Sans MS" panose="030F0702030302020204" pitchFamily="66" charset="0"/>
              </a:rPr>
              <a:t>: Imagens (visão computacional), voz (assistentes virtuais), e textos.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600" b="1" dirty="0">
                <a:latin typeface="Comic Sans MS" panose="030F0702030302020204" pitchFamily="66" charset="0"/>
              </a:rPr>
              <a:t>Assistentes Virtuais</a:t>
            </a:r>
            <a:r>
              <a:rPr lang="pt-BR" sz="2600" dirty="0">
                <a:latin typeface="Comic Sans MS" panose="030F0702030302020204" pitchFamily="66" charset="0"/>
              </a:rPr>
              <a:t>: Interação natural para resolver questões e realizar tarefas.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600" b="1" dirty="0">
                <a:latin typeface="Comic Sans MS" panose="030F0702030302020204" pitchFamily="66" charset="0"/>
              </a:rPr>
              <a:t>Veículos Autônomos</a:t>
            </a:r>
            <a:r>
              <a:rPr lang="pt-BR" sz="2600" dirty="0">
                <a:latin typeface="Comic Sans MS" panose="030F0702030302020204" pitchFamily="66" charset="0"/>
              </a:rPr>
              <a:t>: Carros que "entendem" o ambiente para navegação segura.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600" b="1" dirty="0">
                <a:latin typeface="Comic Sans MS" panose="030F0702030302020204" pitchFamily="66" charset="0"/>
              </a:rPr>
              <a:t>Saúde</a:t>
            </a:r>
            <a:r>
              <a:rPr lang="pt-BR" sz="2600" dirty="0">
                <a:latin typeface="Comic Sans MS" panose="030F0702030302020204" pitchFamily="66" charset="0"/>
              </a:rPr>
              <a:t>: Diagnóstico, tratamentos personalizados e análise de exames médicos.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600" b="1" dirty="0">
                <a:latin typeface="Comic Sans MS" panose="030F0702030302020204" pitchFamily="66" charset="0"/>
              </a:rPr>
              <a:t>Recomendações Personalizadas</a:t>
            </a:r>
            <a:r>
              <a:rPr lang="pt-BR" sz="2600" dirty="0">
                <a:latin typeface="Comic Sans MS" panose="030F0702030302020204" pitchFamily="66" charset="0"/>
              </a:rPr>
              <a:t>: Sugestões de produtos, filmes e músicas.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600" b="1" dirty="0">
                <a:latin typeface="Comic Sans MS" panose="030F0702030302020204" pitchFamily="66" charset="0"/>
              </a:rPr>
              <a:t>Segurança Cibernética</a:t>
            </a:r>
            <a:r>
              <a:rPr lang="pt-BR" sz="2600" dirty="0">
                <a:latin typeface="Comic Sans MS" panose="030F0702030302020204" pitchFamily="66" charset="0"/>
              </a:rPr>
              <a:t>: Detecção de ameaças em tempo real.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27598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861D6-AD6D-7774-D55B-ADC36C66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24350"/>
          </a:xfrm>
        </p:spPr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  8                                      curiosidades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EF8044-2AB9-F26A-9A43-A42370FEB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42868"/>
            <a:ext cx="9905999" cy="4396613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>
                <a:latin typeface="Comic Sans MS" panose="030F0702030302020204" pitchFamily="66" charset="0"/>
              </a:rPr>
              <a:t>O conceito de IA não é novo</a:t>
            </a:r>
          </a:p>
          <a:p>
            <a:r>
              <a:rPr lang="pt-BR" dirty="0">
                <a:latin typeface="Comic Sans MS" panose="030F0702030302020204" pitchFamily="66" charset="0"/>
              </a:rPr>
              <a:t>O conceito de IA remonta a 1950, com o famoso teste de </a:t>
            </a:r>
            <a:r>
              <a:rPr lang="pt-BR" b="1" dirty="0">
                <a:latin typeface="Comic Sans MS" panose="030F0702030302020204" pitchFamily="66" charset="0"/>
              </a:rPr>
              <a:t>Alan Turing</a:t>
            </a:r>
            <a:r>
              <a:rPr lang="pt-BR" dirty="0">
                <a:latin typeface="Comic Sans MS" panose="030F0702030302020204" pitchFamily="66" charset="0"/>
              </a:rPr>
              <a:t>, que propôs uma forma de medir se uma máquina pode simular a inteligência humana. A </a:t>
            </a:r>
            <a:r>
              <a:rPr lang="pt-BR" b="1" dirty="0">
                <a:latin typeface="Comic Sans MS" panose="030F0702030302020204" pitchFamily="66" charset="0"/>
              </a:rPr>
              <a:t>"Máquina de Turing"</a:t>
            </a:r>
            <a:r>
              <a:rPr lang="pt-BR" dirty="0">
                <a:latin typeface="Comic Sans MS" panose="030F0702030302020204" pitchFamily="66" charset="0"/>
              </a:rPr>
              <a:t> é considerada um dos primeiros passos para a computação moderna.</a:t>
            </a:r>
          </a:p>
          <a:p>
            <a:r>
              <a:rPr lang="pt-BR" b="1" dirty="0">
                <a:latin typeface="Comic Sans MS" panose="030F0702030302020204" pitchFamily="66" charset="0"/>
              </a:rPr>
              <a:t>IA pode "aprender" sozinha</a:t>
            </a:r>
          </a:p>
          <a:p>
            <a:r>
              <a:rPr lang="pt-BR" dirty="0">
                <a:latin typeface="Comic Sans MS" panose="030F0702030302020204" pitchFamily="66" charset="0"/>
              </a:rPr>
              <a:t>No aprendizado de máquina, especialmente em </a:t>
            </a:r>
            <a:r>
              <a:rPr lang="pt-BR" b="1" dirty="0">
                <a:latin typeface="Comic Sans MS" panose="030F0702030302020204" pitchFamily="66" charset="0"/>
              </a:rPr>
              <a:t>aprendizado profundo (</a:t>
            </a:r>
            <a:r>
              <a:rPr lang="pt-BR" b="1" dirty="0" err="1">
                <a:latin typeface="Comic Sans MS" panose="030F0702030302020204" pitchFamily="66" charset="0"/>
              </a:rPr>
              <a:t>deep</a:t>
            </a:r>
            <a:r>
              <a:rPr lang="pt-BR" b="1" dirty="0">
                <a:latin typeface="Comic Sans MS" panose="030F0702030302020204" pitchFamily="66" charset="0"/>
              </a:rPr>
              <a:t> learning)</a:t>
            </a:r>
            <a:r>
              <a:rPr lang="pt-BR" dirty="0">
                <a:latin typeface="Comic Sans MS" panose="030F0702030302020204" pitchFamily="66" charset="0"/>
              </a:rPr>
              <a:t>, redes neurais são capazes de melhorar seu desempenho com o tempo, aprendendo a partir de grandes volumes de dados sem intervenção humana direta.</a:t>
            </a:r>
          </a:p>
          <a:p>
            <a:endParaRPr lang="pt-BR" dirty="0">
              <a:latin typeface="Comic Sans MS" panose="030F0702030302020204" pitchFamily="66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314926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126E7-4B1B-22EC-BD24-32DF2D0D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Comic Sans MS" panose="030F0702030302020204" pitchFamily="66" charset="0"/>
              </a:rPr>
              <a:t> 9                                           fontes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DDEBF1-72FA-C524-B0DC-6D4F1A8ED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https://cloud.google.com/learn/what-is-artificial-intelligence?hl=pt-BR</a:t>
            </a:r>
            <a:endParaRPr lang="pt-BR" dirty="0"/>
          </a:p>
          <a:p>
            <a:r>
              <a:rPr lang="pt-BR" dirty="0">
                <a:hlinkClick r:id="rId3"/>
              </a:rPr>
              <a:t>https://www.totvs.com/blog/inovacoes/o-que-e-inteligencia-artificial/</a:t>
            </a:r>
            <a:endParaRPr lang="pt-BR" dirty="0"/>
          </a:p>
          <a:p>
            <a:r>
              <a:rPr lang="pt-BR" dirty="0">
                <a:hlinkClick r:id="rId4"/>
              </a:rPr>
              <a:t>https://pt.wikipedia.org/wiki/Intelig%C3%AAncia_artificial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1680467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56</TotalTime>
  <Words>808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Comic Sans MS</vt:lpstr>
      <vt:lpstr>Tw Cen MT</vt:lpstr>
      <vt:lpstr>Circuito</vt:lpstr>
      <vt:lpstr>InteligÊnciA      ARTIFICIAL </vt:lpstr>
      <vt:lpstr>Sumario</vt:lpstr>
      <vt:lpstr>  1                                         Oque é ia</vt:lpstr>
      <vt:lpstr>2       Existem diferentes tipos de IA   </vt:lpstr>
      <vt:lpstr>3                                     Como funciona</vt:lpstr>
      <vt:lpstr>4                                         Criação da ia</vt:lpstr>
      <vt:lpstr>5</vt:lpstr>
      <vt:lpstr>6</vt:lpstr>
      <vt:lpstr> 7      Como a Inteligência   Artificial é Usada</vt:lpstr>
      <vt:lpstr>  8                                      curiosidades</vt:lpstr>
      <vt:lpstr> 9                                           fontes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vinicius</dc:creator>
  <cp:lastModifiedBy>joao vinicius</cp:lastModifiedBy>
  <cp:revision>1</cp:revision>
  <dcterms:created xsi:type="dcterms:W3CDTF">2024-11-13T10:53:08Z</dcterms:created>
  <dcterms:modified xsi:type="dcterms:W3CDTF">2024-11-13T11:50:07Z</dcterms:modified>
</cp:coreProperties>
</file>