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3934FA-3F25-4700-B407-6D4783DA755D}" v="1921" dt="2024-11-18T03:18:57.399"/>
    <p1510:client id="{9619B195-8D8A-7286-7392-8BE462863DED}" v="2794" dt="2024-11-19T01:56:32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.campos01@escola.pr.gov.br" userId="a467528bacb057bb" providerId="Windows Live" clId="Web-{7D3934FA-3F25-4700-B407-6D4783DA755D}"/>
    <pc:docChg chg="addSld delSld modSld">
      <pc:chgData name="matheus.campos01@escola.pr.gov.br" userId="a467528bacb057bb" providerId="Windows Live" clId="Web-{7D3934FA-3F25-4700-B407-6D4783DA755D}" dt="2024-11-18T03:18:57.399" v="1916" actId="20577"/>
      <pc:docMkLst>
        <pc:docMk/>
      </pc:docMkLst>
      <pc:sldChg chg="addSp delSp modSp mod setBg">
        <pc:chgData name="matheus.campos01@escola.pr.gov.br" userId="a467528bacb057bb" providerId="Windows Live" clId="Web-{7D3934FA-3F25-4700-B407-6D4783DA755D}" dt="2024-11-18T02:09:32.989" v="78" actId="20577"/>
        <pc:sldMkLst>
          <pc:docMk/>
          <pc:sldMk cId="2210866551" sldId="256"/>
        </pc:sldMkLst>
        <pc:spChg chg="mod">
          <ac:chgData name="matheus.campos01@escola.pr.gov.br" userId="a467528bacb057bb" providerId="Windows Live" clId="Web-{7D3934FA-3F25-4700-B407-6D4783DA755D}" dt="2024-11-18T02:01:46.318" v="56" actId="20577"/>
          <ac:spMkLst>
            <pc:docMk/>
            <pc:sldMk cId="2210866551" sldId="256"/>
            <ac:spMk id="2" creationId="{00000000-0000-0000-0000-000000000000}"/>
          </ac:spMkLst>
        </pc:spChg>
        <pc:spChg chg="mod">
          <ac:chgData name="matheus.campos01@escola.pr.gov.br" userId="a467528bacb057bb" providerId="Windows Live" clId="Web-{7D3934FA-3F25-4700-B407-6D4783DA755D}" dt="2024-11-18T02:09:32.989" v="78" actId="20577"/>
          <ac:spMkLst>
            <pc:docMk/>
            <pc:sldMk cId="2210866551" sldId="256"/>
            <ac:spMk id="3" creationId="{00000000-0000-0000-0000-000000000000}"/>
          </ac:spMkLst>
        </pc:spChg>
        <pc:spChg chg="add del mod">
          <ac:chgData name="matheus.campos01@escola.pr.gov.br" userId="a467528bacb057bb" providerId="Windows Live" clId="Web-{7D3934FA-3F25-4700-B407-6D4783DA755D}" dt="2024-11-18T02:07:27.114" v="68"/>
          <ac:spMkLst>
            <pc:docMk/>
            <pc:sldMk cId="2210866551" sldId="256"/>
            <ac:spMk id="4" creationId="{D8644E3F-A121-2C40-2950-8B09FBBFBCA0}"/>
          </ac:spMkLst>
        </pc:spChg>
        <pc:spChg chg="add del mod">
          <ac:chgData name="matheus.campos01@escola.pr.gov.br" userId="a467528bacb057bb" providerId="Windows Live" clId="Web-{7D3934FA-3F25-4700-B407-6D4783DA755D}" dt="2024-11-18T02:08:58.505" v="73"/>
          <ac:spMkLst>
            <pc:docMk/>
            <pc:sldMk cId="2210866551" sldId="256"/>
            <ac:spMk id="5" creationId="{3F100A7E-37B4-F735-3262-517E70D50FCB}"/>
          </ac:spMkLst>
        </pc:spChg>
      </pc:sldChg>
      <pc:sldChg chg="addSp delSp modSp new mod setBg">
        <pc:chgData name="matheus.campos01@escola.pr.gov.br" userId="a467528bacb057bb" providerId="Windows Live" clId="Web-{7D3934FA-3F25-4700-B407-6D4783DA755D}" dt="2024-11-18T02:30:28.682" v="452"/>
        <pc:sldMkLst>
          <pc:docMk/>
          <pc:sldMk cId="3022843106" sldId="257"/>
        </pc:sldMkLst>
        <pc:spChg chg="mod">
          <ac:chgData name="matheus.campos01@escola.pr.gov.br" userId="a467528bacb057bb" providerId="Windows Live" clId="Web-{7D3934FA-3F25-4700-B407-6D4783DA755D}" dt="2024-11-18T02:13:24.052" v="94" actId="1076"/>
          <ac:spMkLst>
            <pc:docMk/>
            <pc:sldMk cId="3022843106" sldId="257"/>
            <ac:spMk id="2" creationId="{63E7C1C9-8D05-B29A-159F-990B792B2455}"/>
          </ac:spMkLst>
        </pc:spChg>
        <pc:spChg chg="mod">
          <ac:chgData name="matheus.campos01@escola.pr.gov.br" userId="a467528bacb057bb" providerId="Windows Live" clId="Web-{7D3934FA-3F25-4700-B407-6D4783DA755D}" dt="2024-11-18T02:24:51.510" v="422" actId="20577"/>
          <ac:spMkLst>
            <pc:docMk/>
            <pc:sldMk cId="3022843106" sldId="257"/>
            <ac:spMk id="3" creationId="{3990C045-44EC-448A-F9D3-912A242E7BB0}"/>
          </ac:spMkLst>
        </pc:spChg>
        <pc:spChg chg="add del mod">
          <ac:chgData name="matheus.campos01@escola.pr.gov.br" userId="a467528bacb057bb" providerId="Windows Live" clId="Web-{7D3934FA-3F25-4700-B407-6D4783DA755D}" dt="2024-11-18T02:29:00.463" v="443"/>
          <ac:spMkLst>
            <pc:docMk/>
            <pc:sldMk cId="3022843106" sldId="257"/>
            <ac:spMk id="5" creationId="{27EC84F8-C9F8-BDFE-3027-BF0DB0AACCCC}"/>
          </ac:spMkLst>
        </pc:spChg>
        <pc:spChg chg="add del mod">
          <ac:chgData name="matheus.campos01@escola.pr.gov.br" userId="a467528bacb057bb" providerId="Windows Live" clId="Web-{7D3934FA-3F25-4700-B407-6D4783DA755D}" dt="2024-11-18T02:30:28.682" v="452"/>
          <ac:spMkLst>
            <pc:docMk/>
            <pc:sldMk cId="3022843106" sldId="257"/>
            <ac:spMk id="6" creationId="{CC2F36D5-F4F7-C991-A60C-10497951285F}"/>
          </ac:spMkLst>
        </pc:spChg>
        <pc:picChg chg="add mod modCrop">
          <ac:chgData name="matheus.campos01@escola.pr.gov.br" userId="a467528bacb057bb" providerId="Windows Live" clId="Web-{7D3934FA-3F25-4700-B407-6D4783DA755D}" dt="2024-11-18T02:28:58.197" v="442" actId="1076"/>
          <ac:picMkLst>
            <pc:docMk/>
            <pc:sldMk cId="3022843106" sldId="257"/>
            <ac:picMk id="4" creationId="{C7942774-EDBF-F8E6-4889-A2A9D8DBEF8D}"/>
          </ac:picMkLst>
        </pc:picChg>
      </pc:sldChg>
      <pc:sldChg chg="new del">
        <pc:chgData name="matheus.campos01@escola.pr.gov.br" userId="a467528bacb057bb" providerId="Windows Live" clId="Web-{7D3934FA-3F25-4700-B407-6D4783DA755D}" dt="2024-11-18T02:31:15.603" v="454"/>
        <pc:sldMkLst>
          <pc:docMk/>
          <pc:sldMk cId="1563376279" sldId="258"/>
        </pc:sldMkLst>
      </pc:sldChg>
      <pc:sldChg chg="addSp delSp modSp add replId">
        <pc:chgData name="matheus.campos01@escola.pr.gov.br" userId="a467528bacb057bb" providerId="Windows Live" clId="Web-{7D3934FA-3F25-4700-B407-6D4783DA755D}" dt="2024-11-18T02:43:55.572" v="872" actId="1076"/>
        <pc:sldMkLst>
          <pc:docMk/>
          <pc:sldMk cId="1651716830" sldId="258"/>
        </pc:sldMkLst>
        <pc:spChg chg="mod">
          <ac:chgData name="matheus.campos01@escola.pr.gov.br" userId="a467528bacb057bb" providerId="Windows Live" clId="Web-{7D3934FA-3F25-4700-B407-6D4783DA755D}" dt="2024-11-18T02:43:31.165" v="867" actId="1076"/>
          <ac:spMkLst>
            <pc:docMk/>
            <pc:sldMk cId="1651716830" sldId="258"/>
            <ac:spMk id="2" creationId="{63E7C1C9-8D05-B29A-159F-990B792B2455}"/>
          </ac:spMkLst>
        </pc:spChg>
        <pc:spChg chg="mod">
          <ac:chgData name="matheus.campos01@escola.pr.gov.br" userId="a467528bacb057bb" providerId="Windows Live" clId="Web-{7D3934FA-3F25-4700-B407-6D4783DA755D}" dt="2024-11-18T02:43:27.540" v="866" actId="1076"/>
          <ac:spMkLst>
            <pc:docMk/>
            <pc:sldMk cId="1651716830" sldId="258"/>
            <ac:spMk id="3" creationId="{3990C045-44EC-448A-F9D3-912A242E7BB0}"/>
          </ac:spMkLst>
        </pc:spChg>
        <pc:picChg chg="del mod">
          <ac:chgData name="matheus.campos01@escola.pr.gov.br" userId="a467528bacb057bb" providerId="Windows Live" clId="Web-{7D3934FA-3F25-4700-B407-6D4783DA755D}" dt="2024-11-18T02:42:53.619" v="860"/>
          <ac:picMkLst>
            <pc:docMk/>
            <pc:sldMk cId="1651716830" sldId="258"/>
            <ac:picMk id="4" creationId="{C7942774-EDBF-F8E6-4889-A2A9D8DBEF8D}"/>
          </ac:picMkLst>
        </pc:picChg>
        <pc:picChg chg="add mod modCrop">
          <ac:chgData name="matheus.campos01@escola.pr.gov.br" userId="a467528bacb057bb" providerId="Windows Live" clId="Web-{7D3934FA-3F25-4700-B407-6D4783DA755D}" dt="2024-11-18T02:43:55.572" v="872" actId="1076"/>
          <ac:picMkLst>
            <pc:docMk/>
            <pc:sldMk cId="1651716830" sldId="258"/>
            <ac:picMk id="5" creationId="{699C44AB-4469-413B-48E9-90C20F96AD24}"/>
          </ac:picMkLst>
        </pc:picChg>
      </pc:sldChg>
      <pc:sldChg chg="delSp modSp add replId">
        <pc:chgData name="matheus.campos01@escola.pr.gov.br" userId="a467528bacb057bb" providerId="Windows Live" clId="Web-{7D3934FA-3F25-4700-B407-6D4783DA755D}" dt="2024-11-18T02:49:10.056" v="1003" actId="1076"/>
        <pc:sldMkLst>
          <pc:docMk/>
          <pc:sldMk cId="2947648196" sldId="259"/>
        </pc:sldMkLst>
        <pc:spChg chg="mod">
          <ac:chgData name="matheus.campos01@escola.pr.gov.br" userId="a467528bacb057bb" providerId="Windows Live" clId="Web-{7D3934FA-3F25-4700-B407-6D4783DA755D}" dt="2024-11-18T02:49:10.056" v="1003" actId="1076"/>
          <ac:spMkLst>
            <pc:docMk/>
            <pc:sldMk cId="2947648196" sldId="259"/>
            <ac:spMk id="2" creationId="{63E7C1C9-8D05-B29A-159F-990B792B2455}"/>
          </ac:spMkLst>
        </pc:spChg>
        <pc:spChg chg="mod">
          <ac:chgData name="matheus.campos01@escola.pr.gov.br" userId="a467528bacb057bb" providerId="Windows Live" clId="Web-{7D3934FA-3F25-4700-B407-6D4783DA755D}" dt="2024-11-18T02:49:05.212" v="1002" actId="20577"/>
          <ac:spMkLst>
            <pc:docMk/>
            <pc:sldMk cId="2947648196" sldId="259"/>
            <ac:spMk id="3" creationId="{3990C045-44EC-448A-F9D3-912A242E7BB0}"/>
          </ac:spMkLst>
        </pc:spChg>
        <pc:picChg chg="del">
          <ac:chgData name="matheus.campos01@escola.pr.gov.br" userId="a467528bacb057bb" providerId="Windows Live" clId="Web-{7D3934FA-3F25-4700-B407-6D4783DA755D}" dt="2024-11-18T02:45:29.306" v="874"/>
          <ac:picMkLst>
            <pc:docMk/>
            <pc:sldMk cId="2947648196" sldId="259"/>
            <ac:picMk id="5" creationId="{699C44AB-4469-413B-48E9-90C20F96AD24}"/>
          </ac:picMkLst>
        </pc:picChg>
      </pc:sldChg>
      <pc:sldChg chg="add replId">
        <pc:chgData name="matheus.campos01@escola.pr.gov.br" userId="a467528bacb057bb" providerId="Windows Live" clId="Web-{7D3934FA-3F25-4700-B407-6D4783DA755D}" dt="2024-11-18T02:49:18.431" v="1004"/>
        <pc:sldMkLst>
          <pc:docMk/>
          <pc:sldMk cId="1042868095" sldId="260"/>
        </pc:sldMkLst>
      </pc:sldChg>
      <pc:sldChg chg="add replId">
        <pc:chgData name="matheus.campos01@escola.pr.gov.br" userId="a467528bacb057bb" providerId="Windows Live" clId="Web-{7D3934FA-3F25-4700-B407-6D4783DA755D}" dt="2024-11-18T02:49:20.993" v="1005"/>
        <pc:sldMkLst>
          <pc:docMk/>
          <pc:sldMk cId="2789716808" sldId="261"/>
        </pc:sldMkLst>
      </pc:sldChg>
      <pc:sldChg chg="add replId">
        <pc:chgData name="matheus.campos01@escola.pr.gov.br" userId="a467528bacb057bb" providerId="Windows Live" clId="Web-{7D3934FA-3F25-4700-B407-6D4783DA755D}" dt="2024-11-18T02:49:24.368" v="1006"/>
        <pc:sldMkLst>
          <pc:docMk/>
          <pc:sldMk cId="1496171847" sldId="262"/>
        </pc:sldMkLst>
      </pc:sldChg>
      <pc:sldChg chg="modSp add replId">
        <pc:chgData name="matheus.campos01@escola.pr.gov.br" userId="a467528bacb057bb" providerId="Windows Live" clId="Web-{7D3934FA-3F25-4700-B407-6D4783DA755D}" dt="2024-11-18T02:53:22.806" v="1178" actId="14100"/>
        <pc:sldMkLst>
          <pc:docMk/>
          <pc:sldMk cId="2256213492" sldId="263"/>
        </pc:sldMkLst>
        <pc:spChg chg="mod">
          <ac:chgData name="matheus.campos01@escola.pr.gov.br" userId="a467528bacb057bb" providerId="Windows Live" clId="Web-{7D3934FA-3F25-4700-B407-6D4783DA755D}" dt="2024-11-18T02:50:44.259" v="1014" actId="20577"/>
          <ac:spMkLst>
            <pc:docMk/>
            <pc:sldMk cId="2256213492" sldId="263"/>
            <ac:spMk id="2" creationId="{63E7C1C9-8D05-B29A-159F-990B792B2455}"/>
          </ac:spMkLst>
        </pc:spChg>
        <pc:spChg chg="mod">
          <ac:chgData name="matheus.campos01@escola.pr.gov.br" userId="a467528bacb057bb" providerId="Windows Live" clId="Web-{7D3934FA-3F25-4700-B407-6D4783DA755D}" dt="2024-11-18T02:53:22.806" v="1178" actId="14100"/>
          <ac:spMkLst>
            <pc:docMk/>
            <pc:sldMk cId="2256213492" sldId="263"/>
            <ac:spMk id="3" creationId="{3990C045-44EC-448A-F9D3-912A242E7BB0}"/>
          </ac:spMkLst>
        </pc:spChg>
      </pc:sldChg>
      <pc:sldChg chg="modSp add replId">
        <pc:chgData name="matheus.campos01@escola.pr.gov.br" userId="a467528bacb057bb" providerId="Windows Live" clId="Web-{7D3934FA-3F25-4700-B407-6D4783DA755D}" dt="2024-11-18T02:59:22.759" v="1478" actId="20577"/>
        <pc:sldMkLst>
          <pc:docMk/>
          <pc:sldMk cId="409349414" sldId="264"/>
        </pc:sldMkLst>
        <pc:spChg chg="mod">
          <ac:chgData name="matheus.campos01@escola.pr.gov.br" userId="a467528bacb057bb" providerId="Windows Live" clId="Web-{7D3934FA-3F25-4700-B407-6D4783DA755D}" dt="2024-11-18T02:53:39.306" v="1193" actId="1076"/>
          <ac:spMkLst>
            <pc:docMk/>
            <pc:sldMk cId="409349414" sldId="264"/>
            <ac:spMk id="2" creationId="{63E7C1C9-8D05-B29A-159F-990B792B2455}"/>
          </ac:spMkLst>
        </pc:spChg>
        <pc:spChg chg="mod">
          <ac:chgData name="matheus.campos01@escola.pr.gov.br" userId="a467528bacb057bb" providerId="Windows Live" clId="Web-{7D3934FA-3F25-4700-B407-6D4783DA755D}" dt="2024-11-18T02:59:22.759" v="1478" actId="20577"/>
          <ac:spMkLst>
            <pc:docMk/>
            <pc:sldMk cId="409349414" sldId="264"/>
            <ac:spMk id="3" creationId="{3990C045-44EC-448A-F9D3-912A242E7BB0}"/>
          </ac:spMkLst>
        </pc:spChg>
      </pc:sldChg>
      <pc:sldChg chg="modSp add replId">
        <pc:chgData name="matheus.campos01@escola.pr.gov.br" userId="a467528bacb057bb" providerId="Windows Live" clId="Web-{7D3934FA-3F25-4700-B407-6D4783DA755D}" dt="2024-11-18T03:16:07.461" v="1837" actId="20577"/>
        <pc:sldMkLst>
          <pc:docMk/>
          <pc:sldMk cId="3020858873" sldId="265"/>
        </pc:sldMkLst>
        <pc:spChg chg="mod">
          <ac:chgData name="matheus.campos01@escola.pr.gov.br" userId="a467528bacb057bb" providerId="Windows Live" clId="Web-{7D3934FA-3F25-4700-B407-6D4783DA755D}" dt="2024-11-18T03:16:07.461" v="1837" actId="20577"/>
          <ac:spMkLst>
            <pc:docMk/>
            <pc:sldMk cId="3020858873" sldId="265"/>
            <ac:spMk id="3" creationId="{3990C045-44EC-448A-F9D3-912A242E7BB0}"/>
          </ac:spMkLst>
        </pc:spChg>
      </pc:sldChg>
      <pc:sldChg chg="modSp add replId">
        <pc:chgData name="matheus.campos01@escola.pr.gov.br" userId="a467528bacb057bb" providerId="Windows Live" clId="Web-{7D3934FA-3F25-4700-B407-6D4783DA755D}" dt="2024-11-18T03:18:57.399" v="1916" actId="20577"/>
        <pc:sldMkLst>
          <pc:docMk/>
          <pc:sldMk cId="2552636865" sldId="266"/>
        </pc:sldMkLst>
        <pc:spChg chg="mod">
          <ac:chgData name="matheus.campos01@escola.pr.gov.br" userId="a467528bacb057bb" providerId="Windows Live" clId="Web-{7D3934FA-3F25-4700-B407-6D4783DA755D}" dt="2024-11-18T03:18:57.399" v="1916" actId="20577"/>
          <ac:spMkLst>
            <pc:docMk/>
            <pc:sldMk cId="2552636865" sldId="266"/>
            <ac:spMk id="3" creationId="{3990C045-44EC-448A-F9D3-912A242E7BB0}"/>
          </ac:spMkLst>
        </pc:spChg>
      </pc:sldChg>
    </pc:docChg>
  </pc:docChgLst>
  <pc:docChgLst>
    <pc:chgData name="matheus.campos01@escola.pr.gov.br" userId="a467528bacb057bb" providerId="Windows Live" clId="Web-{9619B195-8D8A-7286-7392-8BE462863DED}"/>
    <pc:docChg chg="addSld delSld modSld">
      <pc:chgData name="matheus.campos01@escola.pr.gov.br" userId="a467528bacb057bb" providerId="Windows Live" clId="Web-{9619B195-8D8A-7286-7392-8BE462863DED}" dt="2024-11-19T01:56:32.260" v="2531" actId="20577"/>
      <pc:docMkLst>
        <pc:docMk/>
      </pc:docMkLst>
      <pc:sldChg chg="modSp">
        <pc:chgData name="matheus.campos01@escola.pr.gov.br" userId="a467528bacb057bb" providerId="Windows Live" clId="Web-{9619B195-8D8A-7286-7392-8BE462863DED}" dt="2024-11-19T01:56:32.260" v="2531" actId="20577"/>
        <pc:sldMkLst>
          <pc:docMk/>
          <pc:sldMk cId="2210866551" sldId="256"/>
        </pc:sldMkLst>
        <pc:spChg chg="mod">
          <ac:chgData name="matheus.campos01@escola.pr.gov.br" userId="a467528bacb057bb" providerId="Windows Live" clId="Web-{9619B195-8D8A-7286-7392-8BE462863DED}" dt="2024-11-19T01:56:32.260" v="2531" actId="20577"/>
          <ac:spMkLst>
            <pc:docMk/>
            <pc:sldMk cId="2210866551" sldId="256"/>
            <ac:spMk id="2" creationId="{00000000-0000-0000-0000-000000000000}"/>
          </ac:spMkLst>
        </pc:spChg>
      </pc:sldChg>
      <pc:sldChg chg="addSp delSp modSp">
        <pc:chgData name="matheus.campos01@escola.pr.gov.br" userId="a467528bacb057bb" providerId="Windows Live" clId="Web-{9619B195-8D8A-7286-7392-8BE462863DED}" dt="2024-11-19T01:40:58.704" v="2528" actId="1076"/>
        <pc:sldMkLst>
          <pc:docMk/>
          <pc:sldMk cId="3022843106" sldId="257"/>
        </pc:sldMkLst>
        <pc:spChg chg="del mod">
          <ac:chgData name="matheus.campos01@escola.pr.gov.br" userId="a467528bacb057bb" providerId="Windows Live" clId="Web-{9619B195-8D8A-7286-7392-8BE462863DED}" dt="2024-11-18T23:39:24.087" v="1014"/>
          <ac:spMkLst>
            <pc:docMk/>
            <pc:sldMk cId="3022843106" sldId="257"/>
            <ac:spMk id="2" creationId="{63E7C1C9-8D05-B29A-159F-990B792B2455}"/>
          </ac:spMkLst>
        </pc:spChg>
        <pc:spChg chg="mod">
          <ac:chgData name="matheus.campos01@escola.pr.gov.br" userId="a467528bacb057bb" providerId="Windows Live" clId="Web-{9619B195-8D8A-7286-7392-8BE462863DED}" dt="2024-11-18T23:39:00.132" v="1011" actId="20577"/>
          <ac:spMkLst>
            <pc:docMk/>
            <pc:sldMk cId="3022843106" sldId="257"/>
            <ac:spMk id="3" creationId="{3990C045-44EC-448A-F9D3-912A242E7BB0}"/>
          </ac:spMkLst>
        </pc:spChg>
        <pc:spChg chg="add del">
          <ac:chgData name="matheus.campos01@escola.pr.gov.br" userId="a467528bacb057bb" providerId="Windows Live" clId="Web-{9619B195-8D8A-7286-7392-8BE462863DED}" dt="2024-11-18T23:41:24.203" v="1016"/>
          <ac:spMkLst>
            <pc:docMk/>
            <pc:sldMk cId="3022843106" sldId="257"/>
            <ac:spMk id="5" creationId="{EFE828D6-FB01-082F-962E-1B9AC8928BEB}"/>
          </ac:spMkLst>
        </pc:spChg>
        <pc:spChg chg="add mod">
          <ac:chgData name="matheus.campos01@escola.pr.gov.br" userId="a467528bacb057bb" providerId="Windows Live" clId="Web-{9619B195-8D8A-7286-7392-8BE462863DED}" dt="2024-11-19T01:38:37.977" v="2516" actId="20577"/>
          <ac:spMkLst>
            <pc:docMk/>
            <pc:sldMk cId="3022843106" sldId="257"/>
            <ac:spMk id="6" creationId="{0D146C60-4F55-6DCD-BE85-9885E9FAB1DB}"/>
          </ac:spMkLst>
        </pc:spChg>
        <pc:spChg chg="add mod">
          <ac:chgData name="matheus.campos01@escola.pr.gov.br" userId="a467528bacb057bb" providerId="Windows Live" clId="Web-{9619B195-8D8A-7286-7392-8BE462863DED}" dt="2024-11-19T01:40:58.704" v="2528" actId="1076"/>
          <ac:spMkLst>
            <pc:docMk/>
            <pc:sldMk cId="3022843106" sldId="257"/>
            <ac:spMk id="7" creationId="{14A48884-B836-079C-5F5F-45D32FF01254}"/>
          </ac:spMkLst>
        </pc:spChg>
        <pc:picChg chg="del">
          <ac:chgData name="matheus.campos01@escola.pr.gov.br" userId="a467528bacb057bb" providerId="Windows Live" clId="Web-{9619B195-8D8A-7286-7392-8BE462863DED}" dt="2024-11-18T23:39:05.039" v="1013"/>
          <ac:picMkLst>
            <pc:docMk/>
            <pc:sldMk cId="3022843106" sldId="257"/>
            <ac:picMk id="4" creationId="{C7942774-EDBF-F8E6-4889-A2A9D8DBEF8D}"/>
          </ac:picMkLst>
        </pc:picChg>
        <pc:picChg chg="add mod modCrop">
          <ac:chgData name="matheus.campos01@escola.pr.gov.br" userId="a467528bacb057bb" providerId="Windows Live" clId="Web-{9619B195-8D8A-7286-7392-8BE462863DED}" dt="2024-11-19T01:40:52.891" v="2527" actId="1076"/>
          <ac:picMkLst>
            <pc:docMk/>
            <pc:sldMk cId="3022843106" sldId="257"/>
            <ac:picMk id="8" creationId="{FC247A05-0667-9D4F-6590-FEBC5CD30441}"/>
          </ac:picMkLst>
        </pc:picChg>
      </pc:sldChg>
      <pc:sldChg chg="addSp modSp">
        <pc:chgData name="matheus.campos01@escola.pr.gov.br" userId="a467528bacb057bb" providerId="Windows Live" clId="Web-{9619B195-8D8A-7286-7392-8BE462863DED}" dt="2024-11-18T22:00:51.799" v="277" actId="14100"/>
        <pc:sldMkLst>
          <pc:docMk/>
          <pc:sldMk cId="2947648196" sldId="259"/>
        </pc:sldMkLst>
        <pc:spChg chg="mod">
          <ac:chgData name="matheus.campos01@escola.pr.gov.br" userId="a467528bacb057bb" providerId="Windows Live" clId="Web-{9619B195-8D8A-7286-7392-8BE462863DED}" dt="2024-11-18T21:59:27.218" v="271" actId="20577"/>
          <ac:spMkLst>
            <pc:docMk/>
            <pc:sldMk cId="2947648196" sldId="259"/>
            <ac:spMk id="3" creationId="{3990C045-44EC-448A-F9D3-912A242E7BB0}"/>
          </ac:spMkLst>
        </pc:spChg>
        <pc:picChg chg="add mod modCrop">
          <ac:chgData name="matheus.campos01@escola.pr.gov.br" userId="a467528bacb057bb" providerId="Windows Live" clId="Web-{9619B195-8D8A-7286-7392-8BE462863DED}" dt="2024-11-18T22:00:51.799" v="277" actId="14100"/>
          <ac:picMkLst>
            <pc:docMk/>
            <pc:sldMk cId="2947648196" sldId="259"/>
            <ac:picMk id="4" creationId="{ABAAD22F-5CE3-B2C0-1D3C-CB4705684E1A}"/>
          </ac:picMkLst>
        </pc:picChg>
      </pc:sldChg>
      <pc:sldChg chg="addSp modSp">
        <pc:chgData name="matheus.campos01@escola.pr.gov.br" userId="a467528bacb057bb" providerId="Windows Live" clId="Web-{9619B195-8D8A-7286-7392-8BE462863DED}" dt="2024-11-18T23:08:25.973" v="479" actId="14100"/>
        <pc:sldMkLst>
          <pc:docMk/>
          <pc:sldMk cId="1042868095" sldId="260"/>
        </pc:sldMkLst>
        <pc:spChg chg="mod">
          <ac:chgData name="matheus.campos01@escola.pr.gov.br" userId="a467528bacb057bb" providerId="Windows Live" clId="Web-{9619B195-8D8A-7286-7392-8BE462863DED}" dt="2024-11-18T22:50:08.684" v="473" actId="1076"/>
          <ac:spMkLst>
            <pc:docMk/>
            <pc:sldMk cId="1042868095" sldId="260"/>
            <ac:spMk id="2" creationId="{63E7C1C9-8D05-B29A-159F-990B792B2455}"/>
          </ac:spMkLst>
        </pc:spChg>
        <pc:spChg chg="mod">
          <ac:chgData name="matheus.campos01@escola.pr.gov.br" userId="a467528bacb057bb" providerId="Windows Live" clId="Web-{9619B195-8D8A-7286-7392-8BE462863DED}" dt="2024-11-18T23:08:19.832" v="477" actId="20577"/>
          <ac:spMkLst>
            <pc:docMk/>
            <pc:sldMk cId="1042868095" sldId="260"/>
            <ac:spMk id="3" creationId="{3990C045-44EC-448A-F9D3-912A242E7BB0}"/>
          </ac:spMkLst>
        </pc:spChg>
        <pc:picChg chg="add mod modCrop">
          <ac:chgData name="matheus.campos01@escola.pr.gov.br" userId="a467528bacb057bb" providerId="Windows Live" clId="Web-{9619B195-8D8A-7286-7392-8BE462863DED}" dt="2024-11-18T23:08:25.973" v="479" actId="14100"/>
          <ac:picMkLst>
            <pc:docMk/>
            <pc:sldMk cId="1042868095" sldId="260"/>
            <ac:picMk id="4" creationId="{9502801E-7836-48C4-37D3-0FE5F70CE9A5}"/>
          </ac:picMkLst>
        </pc:picChg>
      </pc:sldChg>
      <pc:sldChg chg="addSp modSp">
        <pc:chgData name="matheus.campos01@escola.pr.gov.br" userId="a467528bacb057bb" providerId="Windows Live" clId="Web-{9619B195-8D8A-7286-7392-8BE462863DED}" dt="2024-11-18T23:24:18.641" v="809" actId="20577"/>
        <pc:sldMkLst>
          <pc:docMk/>
          <pc:sldMk cId="2789716808" sldId="261"/>
        </pc:sldMkLst>
        <pc:spChg chg="mod">
          <ac:chgData name="matheus.campos01@escola.pr.gov.br" userId="a467528bacb057bb" providerId="Windows Live" clId="Web-{9619B195-8D8A-7286-7392-8BE462863DED}" dt="2024-11-18T23:21:15.395" v="782" actId="20577"/>
          <ac:spMkLst>
            <pc:docMk/>
            <pc:sldMk cId="2789716808" sldId="261"/>
            <ac:spMk id="3" creationId="{3990C045-44EC-448A-F9D3-912A242E7BB0}"/>
          </ac:spMkLst>
        </pc:spChg>
        <pc:spChg chg="add mod">
          <ac:chgData name="matheus.campos01@escola.pr.gov.br" userId="a467528bacb057bb" providerId="Windows Live" clId="Web-{9619B195-8D8A-7286-7392-8BE462863DED}" dt="2024-11-18T23:24:18.641" v="809" actId="20577"/>
          <ac:spMkLst>
            <pc:docMk/>
            <pc:sldMk cId="2789716808" sldId="261"/>
            <ac:spMk id="5" creationId="{D5F4F703-A50B-513E-71DE-435DF7FEDEB5}"/>
          </ac:spMkLst>
        </pc:spChg>
        <pc:picChg chg="add mod modCrop">
          <ac:chgData name="matheus.campos01@escola.pr.gov.br" userId="a467528bacb057bb" providerId="Windows Live" clId="Web-{9619B195-8D8A-7286-7392-8BE462863DED}" dt="2024-11-18T23:23:02.292" v="791" actId="14100"/>
          <ac:picMkLst>
            <pc:docMk/>
            <pc:sldMk cId="2789716808" sldId="261"/>
            <ac:picMk id="4" creationId="{6F5D2BBC-6C78-9E04-F6D8-AC2AC3FAB75F}"/>
          </ac:picMkLst>
        </pc:picChg>
      </pc:sldChg>
      <pc:sldChg chg="addSp delSp modSp">
        <pc:chgData name="matheus.campos01@escola.pr.gov.br" userId="a467528bacb057bb" providerId="Windows Live" clId="Web-{9619B195-8D8A-7286-7392-8BE462863DED}" dt="2024-11-18T23:45:38" v="1085" actId="1076"/>
        <pc:sldMkLst>
          <pc:docMk/>
          <pc:sldMk cId="1496171847" sldId="262"/>
        </pc:sldMkLst>
        <pc:spChg chg="mod">
          <ac:chgData name="matheus.campos01@escola.pr.gov.br" userId="a467528bacb057bb" providerId="Windows Live" clId="Web-{9619B195-8D8A-7286-7392-8BE462863DED}" dt="2024-11-18T23:38:42.428" v="1006" actId="20577"/>
          <ac:spMkLst>
            <pc:docMk/>
            <pc:sldMk cId="1496171847" sldId="262"/>
            <ac:spMk id="3" creationId="{3990C045-44EC-448A-F9D3-912A242E7BB0}"/>
          </ac:spMkLst>
        </pc:spChg>
        <pc:spChg chg="add del mod">
          <ac:chgData name="matheus.campos01@escola.pr.gov.br" userId="a467528bacb057bb" providerId="Windows Live" clId="Web-{9619B195-8D8A-7286-7392-8BE462863DED}" dt="2024-11-18T23:44:06.354" v="1041"/>
          <ac:spMkLst>
            <pc:docMk/>
            <pc:sldMk cId="1496171847" sldId="262"/>
            <ac:spMk id="5" creationId="{B20FB266-7730-C314-AA4D-F45965495108}"/>
          </ac:spMkLst>
        </pc:spChg>
        <pc:spChg chg="add del">
          <ac:chgData name="matheus.campos01@escola.pr.gov.br" userId="a467528bacb057bb" providerId="Windows Live" clId="Web-{9619B195-8D8A-7286-7392-8BE462863DED}" dt="2024-11-18T23:44:23.839" v="1045"/>
          <ac:spMkLst>
            <pc:docMk/>
            <pc:sldMk cId="1496171847" sldId="262"/>
            <ac:spMk id="6" creationId="{2B0D4E4B-81BB-6C7D-C511-1D81BB644F04}"/>
          </ac:spMkLst>
        </pc:spChg>
        <pc:spChg chg="add mod">
          <ac:chgData name="matheus.campos01@escola.pr.gov.br" userId="a467528bacb057bb" providerId="Windows Live" clId="Web-{9619B195-8D8A-7286-7392-8BE462863DED}" dt="2024-11-18T23:45:38" v="1085" actId="1076"/>
          <ac:spMkLst>
            <pc:docMk/>
            <pc:sldMk cId="1496171847" sldId="262"/>
            <ac:spMk id="7" creationId="{D90FCE4C-38F5-28AF-D018-44B31D2F47D8}"/>
          </ac:spMkLst>
        </pc:spChg>
        <pc:picChg chg="add mod">
          <ac:chgData name="matheus.campos01@escola.pr.gov.br" userId="a467528bacb057bb" providerId="Windows Live" clId="Web-{9619B195-8D8A-7286-7392-8BE462863DED}" dt="2024-11-18T23:44:38.793" v="1048" actId="1076"/>
          <ac:picMkLst>
            <pc:docMk/>
            <pc:sldMk cId="1496171847" sldId="262"/>
            <ac:picMk id="4" creationId="{89301CF5-A998-F1DC-E6C0-F0F6013D15D3}"/>
          </ac:picMkLst>
        </pc:picChg>
      </pc:sldChg>
      <pc:sldChg chg="modSp">
        <pc:chgData name="matheus.campos01@escola.pr.gov.br" userId="a467528bacb057bb" providerId="Windows Live" clId="Web-{9619B195-8D8A-7286-7392-8BE462863DED}" dt="2024-11-18T23:47:28.225" v="1089" actId="1076"/>
        <pc:sldMkLst>
          <pc:docMk/>
          <pc:sldMk cId="2256213492" sldId="263"/>
        </pc:sldMkLst>
        <pc:spChg chg="mod">
          <ac:chgData name="matheus.campos01@escola.pr.gov.br" userId="a467528bacb057bb" providerId="Windows Live" clId="Web-{9619B195-8D8A-7286-7392-8BE462863DED}" dt="2024-11-18T23:47:28.225" v="1089" actId="1076"/>
          <ac:spMkLst>
            <pc:docMk/>
            <pc:sldMk cId="2256213492" sldId="263"/>
            <ac:spMk id="3" creationId="{3990C045-44EC-448A-F9D3-912A242E7BB0}"/>
          </ac:spMkLst>
        </pc:spChg>
      </pc:sldChg>
      <pc:sldChg chg="addSp modSp">
        <pc:chgData name="matheus.campos01@escola.pr.gov.br" userId="a467528bacb057bb" providerId="Windows Live" clId="Web-{9619B195-8D8A-7286-7392-8BE462863DED}" dt="2024-11-18T23:51:26.256" v="1097" actId="14100"/>
        <pc:sldMkLst>
          <pc:docMk/>
          <pc:sldMk cId="409349414" sldId="264"/>
        </pc:sldMkLst>
        <pc:picChg chg="add mod">
          <ac:chgData name="matheus.campos01@escola.pr.gov.br" userId="a467528bacb057bb" providerId="Windows Live" clId="Web-{9619B195-8D8A-7286-7392-8BE462863DED}" dt="2024-11-18T23:51:26.256" v="1097" actId="14100"/>
          <ac:picMkLst>
            <pc:docMk/>
            <pc:sldMk cId="409349414" sldId="264"/>
            <ac:picMk id="4" creationId="{2F3FEF3A-F10E-D72C-C474-7F3DC567CF98}"/>
          </ac:picMkLst>
        </pc:picChg>
      </pc:sldChg>
      <pc:sldChg chg="addSp delSp modSp">
        <pc:chgData name="matheus.campos01@escola.pr.gov.br" userId="a467528bacb057bb" providerId="Windows Live" clId="Web-{9619B195-8D8A-7286-7392-8BE462863DED}" dt="2024-11-19T00:02:38.421" v="1158"/>
        <pc:sldMkLst>
          <pc:docMk/>
          <pc:sldMk cId="3020858873" sldId="265"/>
        </pc:sldMkLst>
        <pc:spChg chg="mod">
          <ac:chgData name="matheus.campos01@escola.pr.gov.br" userId="a467528bacb057bb" providerId="Windows Live" clId="Web-{9619B195-8D8A-7286-7392-8BE462863DED}" dt="2024-11-18T23:59:24.019" v="1149" actId="20577"/>
          <ac:spMkLst>
            <pc:docMk/>
            <pc:sldMk cId="3020858873" sldId="265"/>
            <ac:spMk id="3" creationId="{3990C045-44EC-448A-F9D3-912A242E7BB0}"/>
          </ac:spMkLst>
        </pc:spChg>
        <pc:picChg chg="add del mod">
          <ac:chgData name="matheus.campos01@escola.pr.gov.br" userId="a467528bacb057bb" providerId="Windows Live" clId="Web-{9619B195-8D8A-7286-7392-8BE462863DED}" dt="2024-11-19T00:02:13.685" v="1153"/>
          <ac:picMkLst>
            <pc:docMk/>
            <pc:sldMk cId="3020858873" sldId="265"/>
            <ac:picMk id="4" creationId="{354A1A13-575A-82A9-5516-86A099877CE0}"/>
          </ac:picMkLst>
        </pc:picChg>
        <pc:picChg chg="add mod modCrop">
          <ac:chgData name="matheus.campos01@escola.pr.gov.br" userId="a467528bacb057bb" providerId="Windows Live" clId="Web-{9619B195-8D8A-7286-7392-8BE462863DED}" dt="2024-11-19T00:02:38.421" v="1158"/>
          <ac:picMkLst>
            <pc:docMk/>
            <pc:sldMk cId="3020858873" sldId="265"/>
            <ac:picMk id="5" creationId="{AE0CDAB9-B6F6-6093-DCC6-A76052F5F04A}"/>
          </ac:picMkLst>
        </pc:picChg>
      </pc:sldChg>
      <pc:sldChg chg="addSp modSp">
        <pc:chgData name="matheus.campos01@escola.pr.gov.br" userId="a467528bacb057bb" providerId="Windows Live" clId="Web-{9619B195-8D8A-7286-7392-8BE462863DED}" dt="2024-11-19T00:18:38.855" v="1721" actId="14100"/>
        <pc:sldMkLst>
          <pc:docMk/>
          <pc:sldMk cId="2552636865" sldId="266"/>
        </pc:sldMkLst>
        <pc:spChg chg="mod">
          <ac:chgData name="matheus.campos01@escola.pr.gov.br" userId="a467528bacb057bb" providerId="Windows Live" clId="Web-{9619B195-8D8A-7286-7392-8BE462863DED}" dt="2024-11-19T00:18:14.104" v="1717" actId="14100"/>
          <ac:spMkLst>
            <pc:docMk/>
            <pc:sldMk cId="2552636865" sldId="266"/>
            <ac:spMk id="3" creationId="{3990C045-44EC-448A-F9D3-912A242E7BB0}"/>
          </ac:spMkLst>
        </pc:spChg>
        <pc:picChg chg="add mod">
          <ac:chgData name="matheus.campos01@escola.pr.gov.br" userId="a467528bacb057bb" providerId="Windows Live" clId="Web-{9619B195-8D8A-7286-7392-8BE462863DED}" dt="2024-11-19T00:18:38.855" v="1721" actId="14100"/>
          <ac:picMkLst>
            <pc:docMk/>
            <pc:sldMk cId="2552636865" sldId="266"/>
            <ac:picMk id="4" creationId="{9B2A031B-B48B-3815-DF5C-8736B7110C78}"/>
          </ac:picMkLst>
        </pc:picChg>
      </pc:sldChg>
      <pc:sldChg chg="new del">
        <pc:chgData name="matheus.campos01@escola.pr.gov.br" userId="a467528bacb057bb" providerId="Windows Live" clId="Web-{9619B195-8D8A-7286-7392-8BE462863DED}" dt="2024-11-18T23:38:49.053" v="1008"/>
        <pc:sldMkLst>
          <pc:docMk/>
          <pc:sldMk cId="1911629915" sldId="267"/>
        </pc:sldMkLst>
      </pc:sldChg>
      <pc:sldChg chg="add replId">
        <pc:chgData name="matheus.campos01@escola.pr.gov.br" userId="a467528bacb057bb" providerId="Windows Live" clId="Web-{9619B195-8D8A-7286-7392-8BE462863DED}" dt="2024-11-18T23:38:52.757" v="1009"/>
        <pc:sldMkLst>
          <pc:docMk/>
          <pc:sldMk cId="2331565093" sldId="267"/>
        </pc:sldMkLst>
      </pc:sldChg>
      <pc:sldChg chg="addSp delSp modSp add replId">
        <pc:chgData name="matheus.campos01@escola.pr.gov.br" userId="a467528bacb057bb" providerId="Windows Live" clId="Web-{9619B195-8D8A-7286-7392-8BE462863DED}" dt="2024-11-19T00:28:30.984" v="1784" actId="1076"/>
        <pc:sldMkLst>
          <pc:docMk/>
          <pc:sldMk cId="2011531433" sldId="268"/>
        </pc:sldMkLst>
        <pc:spChg chg="mod">
          <ac:chgData name="matheus.campos01@escola.pr.gov.br" userId="a467528bacb057bb" providerId="Windows Live" clId="Web-{9619B195-8D8A-7286-7392-8BE462863DED}" dt="2024-11-19T00:27:02.245" v="1776" actId="14100"/>
          <ac:spMkLst>
            <pc:docMk/>
            <pc:sldMk cId="2011531433" sldId="268"/>
            <ac:spMk id="3" creationId="{3990C045-44EC-448A-F9D3-912A242E7BB0}"/>
          </ac:spMkLst>
        </pc:spChg>
        <pc:picChg chg="del">
          <ac:chgData name="matheus.campos01@escola.pr.gov.br" userId="a467528bacb057bb" providerId="Windows Live" clId="Web-{9619B195-8D8A-7286-7392-8BE462863DED}" dt="2024-11-19T00:21:24.709" v="1728"/>
          <ac:picMkLst>
            <pc:docMk/>
            <pc:sldMk cId="2011531433" sldId="268"/>
            <ac:picMk id="4" creationId="{9B2A031B-B48B-3815-DF5C-8736B7110C78}"/>
          </ac:picMkLst>
        </pc:picChg>
        <pc:picChg chg="add mod">
          <ac:chgData name="matheus.campos01@escola.pr.gov.br" userId="a467528bacb057bb" providerId="Windows Live" clId="Web-{9619B195-8D8A-7286-7392-8BE462863DED}" dt="2024-11-19T00:28:30.984" v="1784" actId="1076"/>
          <ac:picMkLst>
            <pc:docMk/>
            <pc:sldMk cId="2011531433" sldId="268"/>
            <ac:picMk id="5" creationId="{B28DCD0D-C005-C729-0720-43D6D11B4580}"/>
          </ac:picMkLst>
        </pc:picChg>
      </pc:sldChg>
      <pc:sldChg chg="addSp delSp modSp add replId">
        <pc:chgData name="matheus.campos01@escola.pr.gov.br" userId="a467528bacb057bb" providerId="Windows Live" clId="Web-{9619B195-8D8A-7286-7392-8BE462863DED}" dt="2024-11-19T00:47:55.273" v="1942" actId="1076"/>
        <pc:sldMkLst>
          <pc:docMk/>
          <pc:sldMk cId="2923517273" sldId="269"/>
        </pc:sldMkLst>
        <pc:spChg chg="mod">
          <ac:chgData name="matheus.campos01@escola.pr.gov.br" userId="a467528bacb057bb" providerId="Windows Live" clId="Web-{9619B195-8D8A-7286-7392-8BE462863DED}" dt="2024-11-19T00:43:02.522" v="1929" actId="20577"/>
          <ac:spMkLst>
            <pc:docMk/>
            <pc:sldMk cId="2923517273" sldId="269"/>
            <ac:spMk id="3" creationId="{3990C045-44EC-448A-F9D3-912A242E7BB0}"/>
          </ac:spMkLst>
        </pc:spChg>
        <pc:picChg chg="add mod modCrop">
          <ac:chgData name="matheus.campos01@escola.pr.gov.br" userId="a467528bacb057bb" providerId="Windows Live" clId="Web-{9619B195-8D8A-7286-7392-8BE462863DED}" dt="2024-11-19T00:47:55.273" v="1942" actId="1076"/>
          <ac:picMkLst>
            <pc:docMk/>
            <pc:sldMk cId="2923517273" sldId="269"/>
            <ac:picMk id="4" creationId="{10008E59-6080-090F-70F9-FFD696653739}"/>
          </ac:picMkLst>
        </pc:picChg>
        <pc:picChg chg="del">
          <ac:chgData name="matheus.campos01@escola.pr.gov.br" userId="a467528bacb057bb" providerId="Windows Live" clId="Web-{9619B195-8D8A-7286-7392-8BE462863DED}" dt="2024-11-19T00:29:02.580" v="1791"/>
          <ac:picMkLst>
            <pc:docMk/>
            <pc:sldMk cId="2923517273" sldId="269"/>
            <ac:picMk id="5" creationId="{B28DCD0D-C005-C729-0720-43D6D11B4580}"/>
          </ac:picMkLst>
        </pc:picChg>
      </pc:sldChg>
      <pc:sldChg chg="addSp delSp modSp add replId">
        <pc:chgData name="matheus.campos01@escola.pr.gov.br" userId="a467528bacb057bb" providerId="Windows Live" clId="Web-{9619B195-8D8A-7286-7392-8BE462863DED}" dt="2024-11-19T01:02:37.721" v="2039" actId="1076"/>
        <pc:sldMkLst>
          <pc:docMk/>
          <pc:sldMk cId="548307810" sldId="270"/>
        </pc:sldMkLst>
        <pc:spChg chg="mod">
          <ac:chgData name="matheus.campos01@escola.pr.gov.br" userId="a467528bacb057bb" providerId="Windows Live" clId="Web-{9619B195-8D8A-7286-7392-8BE462863DED}" dt="2024-11-19T00:51:25.228" v="1986" actId="20577"/>
          <ac:spMkLst>
            <pc:docMk/>
            <pc:sldMk cId="548307810" sldId="270"/>
            <ac:spMk id="2" creationId="{63E7C1C9-8D05-B29A-159F-990B792B2455}"/>
          </ac:spMkLst>
        </pc:spChg>
        <pc:spChg chg="mod">
          <ac:chgData name="matheus.campos01@escola.pr.gov.br" userId="a467528bacb057bb" providerId="Windows Live" clId="Web-{9619B195-8D8A-7286-7392-8BE462863DED}" dt="2024-11-19T00:48:51.089" v="1971" actId="20577"/>
          <ac:spMkLst>
            <pc:docMk/>
            <pc:sldMk cId="548307810" sldId="270"/>
            <ac:spMk id="3" creationId="{3990C045-44EC-448A-F9D3-912A242E7BB0}"/>
          </ac:spMkLst>
        </pc:spChg>
        <pc:spChg chg="add mod">
          <ac:chgData name="matheus.campos01@escola.pr.gov.br" userId="a467528bacb057bb" providerId="Windows Live" clId="Web-{9619B195-8D8A-7286-7392-8BE462863DED}" dt="2024-11-19T00:52:12.012" v="2001" actId="14100"/>
          <ac:spMkLst>
            <pc:docMk/>
            <pc:sldMk cId="548307810" sldId="270"/>
            <ac:spMk id="5" creationId="{79386035-BF4B-D7CC-5FCB-856ADC3FAC61}"/>
          </ac:spMkLst>
        </pc:spChg>
        <pc:spChg chg="add mod">
          <ac:chgData name="matheus.campos01@escola.pr.gov.br" userId="a467528bacb057bb" providerId="Windows Live" clId="Web-{9619B195-8D8A-7286-7392-8BE462863DED}" dt="2024-11-19T00:53:56.815" v="2011" actId="1076"/>
          <ac:spMkLst>
            <pc:docMk/>
            <pc:sldMk cId="548307810" sldId="270"/>
            <ac:spMk id="6" creationId="{5EC6678A-6EB9-EEBB-5F63-731AEA4E3B28}"/>
          </ac:spMkLst>
        </pc:spChg>
        <pc:spChg chg="add mod">
          <ac:chgData name="matheus.campos01@escola.pr.gov.br" userId="a467528bacb057bb" providerId="Windows Live" clId="Web-{9619B195-8D8A-7286-7392-8BE462863DED}" dt="2024-11-19T00:54:56.428" v="2027" actId="1076"/>
          <ac:spMkLst>
            <pc:docMk/>
            <pc:sldMk cId="548307810" sldId="270"/>
            <ac:spMk id="7" creationId="{14CF59ED-555C-07C1-6D9E-79171A8CFBB3}"/>
          </ac:spMkLst>
        </pc:spChg>
        <pc:picChg chg="del mod">
          <ac:chgData name="matheus.campos01@escola.pr.gov.br" userId="a467528bacb057bb" providerId="Windows Live" clId="Web-{9619B195-8D8A-7286-7392-8BE462863DED}" dt="2024-11-19T00:48:52.668" v="1972"/>
          <ac:picMkLst>
            <pc:docMk/>
            <pc:sldMk cId="548307810" sldId="270"/>
            <ac:picMk id="4" creationId="{10008E59-6080-090F-70F9-FFD696653739}"/>
          </ac:picMkLst>
        </pc:picChg>
        <pc:picChg chg="add mod modCrop">
          <ac:chgData name="matheus.campos01@escola.pr.gov.br" userId="a467528bacb057bb" providerId="Windows Live" clId="Web-{9619B195-8D8A-7286-7392-8BE462863DED}" dt="2024-11-19T00:55:33.180" v="2033" actId="1076"/>
          <ac:picMkLst>
            <pc:docMk/>
            <pc:sldMk cId="548307810" sldId="270"/>
            <ac:picMk id="8" creationId="{D89CAF1A-886A-030F-471E-32CED9A478F7}"/>
          </ac:picMkLst>
        </pc:picChg>
        <pc:picChg chg="add mod modCrop">
          <ac:chgData name="matheus.campos01@escola.pr.gov.br" userId="a467528bacb057bb" providerId="Windows Live" clId="Web-{9619B195-8D8A-7286-7392-8BE462863DED}" dt="2024-11-19T01:02:37.721" v="2039" actId="1076"/>
          <ac:picMkLst>
            <pc:docMk/>
            <pc:sldMk cId="548307810" sldId="270"/>
            <ac:picMk id="9" creationId="{D0A4EBCE-F0B6-D8C5-3482-43154FE860E0}"/>
          </ac:picMkLst>
        </pc:picChg>
      </pc:sldChg>
      <pc:sldChg chg="add del replId">
        <pc:chgData name="matheus.campos01@escola.pr.gov.br" userId="a467528bacb057bb" providerId="Windows Live" clId="Web-{9619B195-8D8A-7286-7392-8BE462863DED}" dt="2024-11-19T00:48:21.713" v="1946"/>
        <pc:sldMkLst>
          <pc:docMk/>
          <pc:sldMk cId="1347168281" sldId="270"/>
        </pc:sldMkLst>
      </pc:sldChg>
      <pc:sldChg chg="add del replId">
        <pc:chgData name="matheus.campos01@escola.pr.gov.br" userId="a467528bacb057bb" providerId="Windows Live" clId="Web-{9619B195-8D8A-7286-7392-8BE462863DED}" dt="2024-11-19T00:48:09.774" v="1944"/>
        <pc:sldMkLst>
          <pc:docMk/>
          <pc:sldMk cId="1448999496" sldId="270"/>
        </pc:sldMkLst>
      </pc:sldChg>
      <pc:sldChg chg="addSp delSp modSp add replId">
        <pc:chgData name="matheus.campos01@escola.pr.gov.br" userId="a467528bacb057bb" providerId="Windows Live" clId="Web-{9619B195-8D8A-7286-7392-8BE462863DED}" dt="2024-11-19T01:31:55.484" v="2386" actId="1076"/>
        <pc:sldMkLst>
          <pc:docMk/>
          <pc:sldMk cId="1934601358" sldId="271"/>
        </pc:sldMkLst>
        <pc:spChg chg="mod">
          <ac:chgData name="matheus.campos01@escola.pr.gov.br" userId="a467528bacb057bb" providerId="Windows Live" clId="Web-{9619B195-8D8A-7286-7392-8BE462863DED}" dt="2024-11-19T01:04:32.635" v="2064" actId="20577"/>
          <ac:spMkLst>
            <pc:docMk/>
            <pc:sldMk cId="1934601358" sldId="271"/>
            <ac:spMk id="2" creationId="{63E7C1C9-8D05-B29A-159F-990B792B2455}"/>
          </ac:spMkLst>
        </pc:spChg>
        <pc:spChg chg="mod">
          <ac:chgData name="matheus.campos01@escola.pr.gov.br" userId="a467528bacb057bb" providerId="Windows Live" clId="Web-{9619B195-8D8A-7286-7392-8BE462863DED}" dt="2024-11-19T01:31:48.718" v="2367" actId="1076"/>
          <ac:spMkLst>
            <pc:docMk/>
            <pc:sldMk cId="1934601358" sldId="271"/>
            <ac:spMk id="3" creationId="{3990C045-44EC-448A-F9D3-912A242E7BB0}"/>
          </ac:spMkLst>
        </pc:spChg>
        <pc:spChg chg="add mod">
          <ac:chgData name="matheus.campos01@escola.pr.gov.br" userId="a467528bacb057bb" providerId="Windows Live" clId="Web-{9619B195-8D8A-7286-7392-8BE462863DED}" dt="2024-11-19T01:31:48.734" v="2368" actId="1076"/>
          <ac:spMkLst>
            <pc:docMk/>
            <pc:sldMk cId="1934601358" sldId="271"/>
            <ac:spMk id="4" creationId="{6EB2F52E-029D-77E1-3C70-190FFDA5F3B9}"/>
          </ac:spMkLst>
        </pc:spChg>
        <pc:spChg chg="del mod">
          <ac:chgData name="matheus.campos01@escola.pr.gov.br" userId="a467528bacb057bb" providerId="Windows Live" clId="Web-{9619B195-8D8A-7286-7392-8BE462863DED}" dt="2024-11-19T01:04:15.743" v="2048"/>
          <ac:spMkLst>
            <pc:docMk/>
            <pc:sldMk cId="1934601358" sldId="271"/>
            <ac:spMk id="5" creationId="{79386035-BF4B-D7CC-5FCB-856ADC3FAC61}"/>
          </ac:spMkLst>
        </pc:spChg>
        <pc:spChg chg="del mod">
          <ac:chgData name="matheus.campos01@escola.pr.gov.br" userId="a467528bacb057bb" providerId="Windows Live" clId="Web-{9619B195-8D8A-7286-7392-8BE462863DED}" dt="2024-11-19T01:04:07.555" v="2044"/>
          <ac:spMkLst>
            <pc:docMk/>
            <pc:sldMk cId="1934601358" sldId="271"/>
            <ac:spMk id="6" creationId="{5EC6678A-6EB9-EEBB-5F63-731AEA4E3B28}"/>
          </ac:spMkLst>
        </pc:spChg>
        <pc:spChg chg="del">
          <ac:chgData name="matheus.campos01@escola.pr.gov.br" userId="a467528bacb057bb" providerId="Windows Live" clId="Web-{9619B195-8D8A-7286-7392-8BE462863DED}" dt="2024-11-19T01:04:10.571" v="2045"/>
          <ac:spMkLst>
            <pc:docMk/>
            <pc:sldMk cId="1934601358" sldId="271"/>
            <ac:spMk id="7" creationId="{14CF59ED-555C-07C1-6D9E-79171A8CFBB3}"/>
          </ac:spMkLst>
        </pc:spChg>
        <pc:spChg chg="add mod">
          <ac:chgData name="matheus.campos01@escola.pr.gov.br" userId="a467528bacb057bb" providerId="Windows Live" clId="Web-{9619B195-8D8A-7286-7392-8BE462863DED}" dt="2024-11-19T01:31:48.749" v="2369" actId="1076"/>
          <ac:spMkLst>
            <pc:docMk/>
            <pc:sldMk cId="1934601358" sldId="271"/>
            <ac:spMk id="10" creationId="{AB369B6A-D15D-BC7B-E089-88CA436E5F12}"/>
          </ac:spMkLst>
        </pc:spChg>
        <pc:spChg chg="add mod">
          <ac:chgData name="matheus.campos01@escola.pr.gov.br" userId="a467528bacb057bb" providerId="Windows Live" clId="Web-{9619B195-8D8A-7286-7392-8BE462863DED}" dt="2024-11-19T01:31:48.765" v="2370" actId="1076"/>
          <ac:spMkLst>
            <pc:docMk/>
            <pc:sldMk cId="1934601358" sldId="271"/>
            <ac:spMk id="11" creationId="{F969E7DD-5F57-C83F-075F-2379AE114202}"/>
          </ac:spMkLst>
        </pc:spChg>
        <pc:spChg chg="add mod">
          <ac:chgData name="matheus.campos01@escola.pr.gov.br" userId="a467528bacb057bb" providerId="Windows Live" clId="Web-{9619B195-8D8A-7286-7392-8BE462863DED}" dt="2024-11-19T01:31:48.780" v="2371" actId="1076"/>
          <ac:spMkLst>
            <pc:docMk/>
            <pc:sldMk cId="1934601358" sldId="271"/>
            <ac:spMk id="12" creationId="{870354F2-5302-1957-9812-514FCDAB39E5}"/>
          </ac:spMkLst>
        </pc:spChg>
        <pc:spChg chg="add mod">
          <ac:chgData name="matheus.campos01@escola.pr.gov.br" userId="a467528bacb057bb" providerId="Windows Live" clId="Web-{9619B195-8D8A-7286-7392-8BE462863DED}" dt="2024-11-19T01:31:48.796" v="2372" actId="1076"/>
          <ac:spMkLst>
            <pc:docMk/>
            <pc:sldMk cId="1934601358" sldId="271"/>
            <ac:spMk id="13" creationId="{65DBFA26-F28B-CD55-95FF-2D6E82B391A0}"/>
          </ac:spMkLst>
        </pc:spChg>
        <pc:spChg chg="add mod">
          <ac:chgData name="matheus.campos01@escola.pr.gov.br" userId="a467528bacb057bb" providerId="Windows Live" clId="Web-{9619B195-8D8A-7286-7392-8BE462863DED}" dt="2024-11-19T01:31:48.812" v="2373" actId="1076"/>
          <ac:spMkLst>
            <pc:docMk/>
            <pc:sldMk cId="1934601358" sldId="271"/>
            <ac:spMk id="14" creationId="{A7420EAE-376F-4BB7-421C-E047EB20BDEF}"/>
          </ac:spMkLst>
        </pc:spChg>
        <pc:spChg chg="add mod">
          <ac:chgData name="matheus.campos01@escola.pr.gov.br" userId="a467528bacb057bb" providerId="Windows Live" clId="Web-{9619B195-8D8A-7286-7392-8BE462863DED}" dt="2024-11-19T01:31:48.812" v="2374" actId="1076"/>
          <ac:spMkLst>
            <pc:docMk/>
            <pc:sldMk cId="1934601358" sldId="271"/>
            <ac:spMk id="15" creationId="{60B22903-61D5-7910-4423-2729BFA39AB9}"/>
          </ac:spMkLst>
        </pc:spChg>
        <pc:spChg chg="add mod">
          <ac:chgData name="matheus.campos01@escola.pr.gov.br" userId="a467528bacb057bb" providerId="Windows Live" clId="Web-{9619B195-8D8A-7286-7392-8BE462863DED}" dt="2024-11-19T01:31:48.827" v="2375" actId="1076"/>
          <ac:spMkLst>
            <pc:docMk/>
            <pc:sldMk cId="1934601358" sldId="271"/>
            <ac:spMk id="16" creationId="{8B2DE4DD-1262-F74D-2339-1CA9F404A74D}"/>
          </ac:spMkLst>
        </pc:spChg>
        <pc:spChg chg="add mod">
          <ac:chgData name="matheus.campos01@escola.pr.gov.br" userId="a467528bacb057bb" providerId="Windows Live" clId="Web-{9619B195-8D8A-7286-7392-8BE462863DED}" dt="2024-11-19T01:31:48.843" v="2376" actId="1076"/>
          <ac:spMkLst>
            <pc:docMk/>
            <pc:sldMk cId="1934601358" sldId="271"/>
            <ac:spMk id="17" creationId="{EA980663-04FD-F30C-A087-BCE15ADDD38E}"/>
          </ac:spMkLst>
        </pc:spChg>
        <pc:spChg chg="add mod">
          <ac:chgData name="matheus.campos01@escola.pr.gov.br" userId="a467528bacb057bb" providerId="Windows Live" clId="Web-{9619B195-8D8A-7286-7392-8BE462863DED}" dt="2024-11-19T01:31:48.859" v="2377" actId="1076"/>
          <ac:spMkLst>
            <pc:docMk/>
            <pc:sldMk cId="1934601358" sldId="271"/>
            <ac:spMk id="18" creationId="{C07B0789-129B-274A-63E5-593EA33E3607}"/>
          </ac:spMkLst>
        </pc:spChg>
        <pc:spChg chg="add mod">
          <ac:chgData name="matheus.campos01@escola.pr.gov.br" userId="a467528bacb057bb" providerId="Windows Live" clId="Web-{9619B195-8D8A-7286-7392-8BE462863DED}" dt="2024-11-19T01:31:48.890" v="2378" actId="1076"/>
          <ac:spMkLst>
            <pc:docMk/>
            <pc:sldMk cId="1934601358" sldId="271"/>
            <ac:spMk id="19" creationId="{9AD2A3F0-7DE2-DF44-35BF-DBC2FC4BFDDF}"/>
          </ac:spMkLst>
        </pc:spChg>
        <pc:spChg chg="add mod">
          <ac:chgData name="matheus.campos01@escola.pr.gov.br" userId="a467528bacb057bb" providerId="Windows Live" clId="Web-{9619B195-8D8A-7286-7392-8BE462863DED}" dt="2024-11-19T01:31:48.905" v="2379" actId="1076"/>
          <ac:spMkLst>
            <pc:docMk/>
            <pc:sldMk cId="1934601358" sldId="271"/>
            <ac:spMk id="20" creationId="{0073F224-69A1-0AE3-09F9-BA830ED39A0F}"/>
          </ac:spMkLst>
        </pc:spChg>
        <pc:spChg chg="add mod">
          <ac:chgData name="matheus.campos01@escola.pr.gov.br" userId="a467528bacb057bb" providerId="Windows Live" clId="Web-{9619B195-8D8A-7286-7392-8BE462863DED}" dt="2024-11-19T01:31:48.921" v="2380" actId="1076"/>
          <ac:spMkLst>
            <pc:docMk/>
            <pc:sldMk cId="1934601358" sldId="271"/>
            <ac:spMk id="21" creationId="{43C44C98-6143-B4B9-7A30-3676C1B56436}"/>
          </ac:spMkLst>
        </pc:spChg>
        <pc:spChg chg="add mod">
          <ac:chgData name="matheus.campos01@escola.pr.gov.br" userId="a467528bacb057bb" providerId="Windows Live" clId="Web-{9619B195-8D8A-7286-7392-8BE462863DED}" dt="2024-11-19T01:31:48.937" v="2381" actId="1076"/>
          <ac:spMkLst>
            <pc:docMk/>
            <pc:sldMk cId="1934601358" sldId="271"/>
            <ac:spMk id="22" creationId="{F8BBA6C7-4D33-7F6D-F22B-D2B1F9BDB22F}"/>
          </ac:spMkLst>
        </pc:spChg>
        <pc:spChg chg="add mod">
          <ac:chgData name="matheus.campos01@escola.pr.gov.br" userId="a467528bacb057bb" providerId="Windows Live" clId="Web-{9619B195-8D8A-7286-7392-8BE462863DED}" dt="2024-11-19T01:31:48.937" v="2382" actId="1076"/>
          <ac:spMkLst>
            <pc:docMk/>
            <pc:sldMk cId="1934601358" sldId="271"/>
            <ac:spMk id="23" creationId="{61F3A652-9773-5F88-0433-42D7E944ECB1}"/>
          </ac:spMkLst>
        </pc:spChg>
        <pc:spChg chg="add mod">
          <ac:chgData name="matheus.campos01@escola.pr.gov.br" userId="a467528bacb057bb" providerId="Windows Live" clId="Web-{9619B195-8D8A-7286-7392-8BE462863DED}" dt="2024-11-19T01:31:48.952" v="2383" actId="1076"/>
          <ac:spMkLst>
            <pc:docMk/>
            <pc:sldMk cId="1934601358" sldId="271"/>
            <ac:spMk id="24" creationId="{FE29F036-5223-0934-AAC1-26D3C9E63776}"/>
          </ac:spMkLst>
        </pc:spChg>
        <pc:spChg chg="add mod">
          <ac:chgData name="matheus.campos01@escola.pr.gov.br" userId="a467528bacb057bb" providerId="Windows Live" clId="Web-{9619B195-8D8A-7286-7392-8BE462863DED}" dt="2024-11-19T01:31:48.968" v="2384" actId="1076"/>
          <ac:spMkLst>
            <pc:docMk/>
            <pc:sldMk cId="1934601358" sldId="271"/>
            <ac:spMk id="25" creationId="{2A99DF88-FE81-2B25-EAE9-8F2AF3E5EDE0}"/>
          </ac:spMkLst>
        </pc:spChg>
        <pc:spChg chg="add mod">
          <ac:chgData name="matheus.campos01@escola.pr.gov.br" userId="a467528bacb057bb" providerId="Windows Live" clId="Web-{9619B195-8D8A-7286-7392-8BE462863DED}" dt="2024-11-19T01:31:48.984" v="2385" actId="1076"/>
          <ac:spMkLst>
            <pc:docMk/>
            <pc:sldMk cId="1934601358" sldId="271"/>
            <ac:spMk id="26" creationId="{4098A605-6D82-E2D1-A1C1-813E5866925E}"/>
          </ac:spMkLst>
        </pc:spChg>
        <pc:spChg chg="add mod">
          <ac:chgData name="matheus.campos01@escola.pr.gov.br" userId="a467528bacb057bb" providerId="Windows Live" clId="Web-{9619B195-8D8A-7286-7392-8BE462863DED}" dt="2024-11-19T01:31:55.484" v="2386" actId="1076"/>
          <ac:spMkLst>
            <pc:docMk/>
            <pc:sldMk cId="1934601358" sldId="271"/>
            <ac:spMk id="27" creationId="{A3245536-FA3E-8E8F-FF29-6DD5BFB6A0EA}"/>
          </ac:spMkLst>
        </pc:spChg>
        <pc:picChg chg="del">
          <ac:chgData name="matheus.campos01@escola.pr.gov.br" userId="a467528bacb057bb" providerId="Windows Live" clId="Web-{9619B195-8D8A-7286-7392-8BE462863DED}" dt="2024-11-19T01:04:00.726" v="2041"/>
          <ac:picMkLst>
            <pc:docMk/>
            <pc:sldMk cId="1934601358" sldId="271"/>
            <ac:picMk id="8" creationId="{D89CAF1A-886A-030F-471E-32CED9A478F7}"/>
          </ac:picMkLst>
        </pc:picChg>
        <pc:picChg chg="del">
          <ac:chgData name="matheus.campos01@escola.pr.gov.br" userId="a467528bacb057bb" providerId="Windows Live" clId="Web-{9619B195-8D8A-7286-7392-8BE462863DED}" dt="2024-11-19T01:04:01.992" v="2042"/>
          <ac:picMkLst>
            <pc:docMk/>
            <pc:sldMk cId="1934601358" sldId="271"/>
            <ac:picMk id="9" creationId="{D0A4EBCE-F0B6-D8C5-3482-43154FE860E0}"/>
          </ac:picMkLst>
        </pc:picChg>
      </pc:sldChg>
      <pc:sldChg chg="new del">
        <pc:chgData name="matheus.campos01@escola.pr.gov.br" userId="a467528bacb057bb" providerId="Windows Live" clId="Web-{9619B195-8D8A-7286-7392-8BE462863DED}" dt="2024-11-19T01:41:32.863" v="2530"/>
        <pc:sldMkLst>
          <pc:docMk/>
          <pc:sldMk cId="648020810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18.11.2024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18.11.2024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18.11.2024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18.11.2024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foescola.com/informatica/impressora/#:~:text=A%20primeira%20impressora%" TargetMode="External"/><Relationship Id="rId13" Type="http://schemas.openxmlformats.org/officeDocument/2006/relationships/hyperlink" Target="https://www.printerland.co.uk/blog/the-history-of-the-laser-printer/" TargetMode="External"/><Relationship Id="rId18" Type="http://schemas.openxmlformats.org/officeDocument/2006/relationships/hyperlink" Target="https://www.wishbox.net.br/blog/chuck-hull/" TargetMode="External"/><Relationship Id="rId3" Type="http://schemas.openxmlformats.org/officeDocument/2006/relationships/hyperlink" Target="https://www.docsolucoes.com.br/blog/historia-da-impressora" TargetMode="External"/><Relationship Id="rId21" Type="http://schemas.openxmlformats.org/officeDocument/2006/relationships/hyperlink" Target="https://pt.wikipedia.org/wiki/Impress%C3%A3o_3D" TargetMode="External"/><Relationship Id="rId7" Type="http://schemas.openxmlformats.org/officeDocument/2006/relationships/hyperlink" Target="https://www.thoughtco.com/history-of-computer-printers-4071175" TargetMode="External"/><Relationship Id="rId12" Type="http://schemas.openxmlformats.org/officeDocument/2006/relationships/hyperlink" Target="https://www.xerox.com/pt-br/impressoras-multifuncoes/reflexoes/laser-printers" TargetMode="External"/><Relationship Id="rId17" Type="http://schemas.openxmlformats.org/officeDocument/2006/relationships/hyperlink" Target="https://www.wishbox.net.br/blog/impressora-3d-historia/" TargetMode="External"/><Relationship Id="rId2" Type="http://schemas.openxmlformats.org/officeDocument/2006/relationships/image" Target="../media/image2.jpeg"/><Relationship Id="rId16" Type="http://schemas.openxmlformats.org/officeDocument/2006/relationships/hyperlink" Target="https://en.wikipedia.org/wiki/Chuck_Hull" TargetMode="External"/><Relationship Id="rId20" Type="http://schemas.openxmlformats.org/officeDocument/2006/relationships/hyperlink" Target="https://www.youtube.com/watch?v=aCuZiuak1B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t.wikipedia.org/wiki/Chester_Carlson" TargetMode="External"/><Relationship Id="rId11" Type="http://schemas.openxmlformats.org/officeDocument/2006/relationships/hyperlink" Target="https://printerstop.com/blog/10-crazy-facts-about-printers/" TargetMode="External"/><Relationship Id="rId5" Type="http://schemas.openxmlformats.org/officeDocument/2006/relationships/hyperlink" Target="https://www.xerox.com/en-us/innovation/insights/chester-carlson-xerography" TargetMode="External"/><Relationship Id="rId15" Type="http://schemas.openxmlformats.org/officeDocument/2006/relationships/hyperlink" Target="https://www.youtube.com/watch?v=9xZYcWsh8t0" TargetMode="External"/><Relationship Id="rId10" Type="http://schemas.openxmlformats.org/officeDocument/2006/relationships/hyperlink" Target="https://en.wikipedia.org/wiki/Laser_printing#:~:text=In%201976%2C%20the%20first%20commercial,printers%20attached%20to%20mainframe%20computers" TargetMode="External"/><Relationship Id="rId19" Type="http://schemas.openxmlformats.org/officeDocument/2006/relationships/hyperlink" Target="https://www.capitalmds.com/history-printing-part-iii/" TargetMode="External"/><Relationship Id="rId4" Type="http://schemas.openxmlformats.org/officeDocument/2006/relationships/hyperlink" Target="https://pt.wikipedia.org/wiki/Prensa_m%C3%B3vel" TargetMode="External"/><Relationship Id="rId9" Type="http://schemas.openxmlformats.org/officeDocument/2006/relationships/hyperlink" Target="https://www.infoescola.com/informatica/impressora/#:~:text=A%20primeira%20impressora%20surgiu%20em,primeiro%20computador%20comercial%20da%20hist%C3%B3ria" TargetMode="External"/><Relationship Id="rId14" Type="http://schemas.openxmlformats.org/officeDocument/2006/relationships/hyperlink" Target="https://www.reliancedigital.in/solutionbox/random-facts-on-printers/?srsltid=AfmBOopPHyAUBukUmSoRqzZMSmGL3I18P4ZVf_KBbAP6riJ4H1NApO1m" TargetMode="External"/><Relationship Id="rId22" Type="http://schemas.openxmlformats.org/officeDocument/2006/relationships/hyperlink" Target="https://tecnoblog.net/responde/como-funciona-impressora-3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b="1">
                <a:solidFill>
                  <a:schemeClr val="bg1"/>
                </a:solidFill>
                <a:latin typeface="Times New Roman"/>
                <a:cs typeface="Times New Roman"/>
              </a:rPr>
              <a:t>Impressoras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83288" y="5773216"/>
            <a:ext cx="8235864" cy="914639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de-DE">
                <a:solidFill>
                  <a:schemeClr val="bg1"/>
                </a:solidFill>
              </a:rPr>
              <a:t>Matheus da Silva de Campos </a:t>
            </a:r>
          </a:p>
          <a:p>
            <a:r>
              <a:rPr lang="de-DE">
                <a:solidFill>
                  <a:schemeClr val="bg1"/>
                </a:solidFill>
              </a:rPr>
              <a:t>Tarcísio </a:t>
            </a:r>
            <a:r>
              <a:rPr lang="de-DE" err="1">
                <a:solidFill>
                  <a:schemeClr val="bg1"/>
                </a:solidFill>
              </a:rPr>
              <a:t>Andreassy</a:t>
            </a:r>
            <a:r>
              <a:rPr lang="de-DE">
                <a:solidFill>
                  <a:schemeClr val="bg1"/>
                </a:solidFill>
              </a:rPr>
              <a:t> de Souza</a:t>
            </a:r>
          </a:p>
          <a:p>
            <a:r>
              <a:rPr lang="de-DE">
                <a:solidFill>
                  <a:schemeClr val="bg1"/>
                </a:solidFill>
              </a:rPr>
              <a:t>Arthur Carvalho Marques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90C045-44EC-448A-F9D3-912A242E7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885" y="1564667"/>
            <a:ext cx="5672203" cy="4956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3200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D146C60-4F55-6DCD-BE85-9885E9FAB1DB}"/>
              </a:ext>
            </a:extLst>
          </p:cNvPr>
          <p:cNvSpPr txBox="1"/>
          <p:nvPr/>
        </p:nvSpPr>
        <p:spPr>
          <a:xfrm>
            <a:off x="4545416" y="787043"/>
            <a:ext cx="309810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6000" b="1">
                <a:solidFill>
                  <a:schemeClr val="bg1"/>
                </a:solidFill>
                <a:latin typeface="Times New Roman"/>
                <a:cs typeface="Times New Roman"/>
              </a:rPr>
              <a:t>Sumário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4A48884-B836-079C-5F5F-45D32FF01254}"/>
              </a:ext>
            </a:extLst>
          </p:cNvPr>
          <p:cNvSpPr txBox="1"/>
          <p:nvPr/>
        </p:nvSpPr>
        <p:spPr>
          <a:xfrm>
            <a:off x="454724" y="1980890"/>
            <a:ext cx="6824594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>
                <a:solidFill>
                  <a:schemeClr val="bg1"/>
                </a:solidFill>
                <a:latin typeface="Times New Roman"/>
                <a:cs typeface="Times New Roman"/>
              </a:rPr>
              <a:t>Slides 2-8 História</a:t>
            </a:r>
          </a:p>
          <a:p>
            <a:r>
              <a:rPr lang="pt-BR" sz="4000">
                <a:solidFill>
                  <a:schemeClr val="bg1"/>
                </a:solidFill>
                <a:latin typeface="Times New Roman"/>
                <a:cs typeface="Times New Roman"/>
              </a:rPr>
              <a:t>Slide 9 Como funciona?</a:t>
            </a:r>
          </a:p>
          <a:p>
            <a:r>
              <a:rPr lang="pt-BR" sz="4000">
                <a:solidFill>
                  <a:schemeClr val="bg1"/>
                </a:solidFill>
                <a:latin typeface="Times New Roman"/>
                <a:cs typeface="Times New Roman"/>
              </a:rPr>
              <a:t>Slides 10-14 Tipos principais</a:t>
            </a:r>
          </a:p>
          <a:p>
            <a:r>
              <a:rPr lang="pt-BR" sz="4000">
                <a:solidFill>
                  <a:schemeClr val="bg1"/>
                </a:solidFill>
                <a:latin typeface="Times New Roman"/>
                <a:cs typeface="Times New Roman"/>
              </a:rPr>
              <a:t>Slide 15 Curiosidades</a:t>
            </a:r>
          </a:p>
          <a:p>
            <a:r>
              <a:rPr lang="pt-BR" sz="4000">
                <a:solidFill>
                  <a:schemeClr val="bg1"/>
                </a:solidFill>
                <a:latin typeface="Times New Roman"/>
                <a:cs typeface="Times New Roman"/>
              </a:rPr>
              <a:t>Slide 16 Referências</a:t>
            </a:r>
          </a:p>
        </p:txBody>
      </p:sp>
      <p:pic>
        <p:nvPicPr>
          <p:cNvPr id="8" name="Imagem 7" descr="Impressora em cima da mesa&#10;&#10;Descrição gerada automaticamente">
            <a:extLst>
              <a:ext uri="{FF2B5EF4-FFF2-40B4-BE49-F238E27FC236}">
                <a16:creationId xmlns:a16="http://schemas.microsoft.com/office/drawing/2014/main" id="{FC247A05-0667-9D4F-6590-FEBC5CD304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09" t="2792" r="7024" b="30203"/>
          <a:stretch/>
        </p:blipFill>
        <p:spPr>
          <a:xfrm>
            <a:off x="6702401" y="3559891"/>
            <a:ext cx="4907238" cy="275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84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7C1C9-8D05-B29A-159F-990B792B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01033" y="239865"/>
            <a:ext cx="10515600" cy="1325563"/>
          </a:xfrm>
        </p:spPr>
        <p:txBody>
          <a:bodyPr/>
          <a:lstStyle/>
          <a:p>
            <a:pPr algn="ctr"/>
            <a:r>
              <a:rPr lang="pt-BR" b="1">
                <a:solidFill>
                  <a:schemeClr val="bg1"/>
                </a:solidFill>
                <a:latin typeface="Times New Roman"/>
                <a:cs typeface="Times New Roman"/>
              </a:rPr>
              <a:t>História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90C045-44EC-448A-F9D3-912A242E7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885" y="1564667"/>
            <a:ext cx="5672203" cy="4956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pt-BR" sz="3200" b="1">
                <a:solidFill>
                  <a:schemeClr val="bg1"/>
                </a:solidFill>
                <a:latin typeface="Times New Roman"/>
                <a:cs typeface="Times New Roman"/>
              </a:rPr>
              <a:t>Johannes Gutenberg, </a:t>
            </a:r>
            <a:r>
              <a:rPr lang="pt-BR" sz="32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≈</a:t>
            </a:r>
            <a:r>
              <a:rPr lang="pt-BR" sz="3200" b="1">
                <a:solidFill>
                  <a:schemeClr val="bg1"/>
                </a:solidFill>
                <a:latin typeface="Times New Roman"/>
                <a:cs typeface="Times New Roman"/>
              </a:rPr>
              <a:t>1450</a:t>
            </a:r>
            <a:endParaRPr lang="pt-BR" sz="3200" b="1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>
                <a:solidFill>
                  <a:schemeClr val="bg1"/>
                </a:solidFill>
                <a:latin typeface="Times New Roman"/>
                <a:cs typeface="Times New Roman"/>
              </a:rPr>
              <a:t>Criador da prensa móvel, mecanismo muitas vezes chamado de primeira impressora.</a:t>
            </a:r>
            <a:endParaRPr lang="pt-BR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>
                <a:solidFill>
                  <a:schemeClr val="bg1"/>
                </a:solidFill>
                <a:latin typeface="Times New Roman"/>
                <a:cs typeface="Times New Roman"/>
              </a:rPr>
              <a:t>Facilitou a produção de cópias de livros, trabalho antes feito de maneira totalmente manual por monges copistas</a:t>
            </a: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7942774-EDBF-F8E6-4889-A2A9D8DBEF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12" b="406"/>
          <a:stretch/>
        </p:blipFill>
        <p:spPr>
          <a:xfrm>
            <a:off x="7383967" y="588723"/>
            <a:ext cx="3799698" cy="5657512"/>
          </a:xfrm>
          <a:prstGeom prst="rect">
            <a:avLst/>
          </a:prstGeom>
          <a:effectLst>
            <a:outerShdw blurRad="1270000" dist="38100" dir="2154000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2331565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7C1C9-8D05-B29A-159F-990B792B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085" y="239865"/>
            <a:ext cx="10515600" cy="1325563"/>
          </a:xfrm>
        </p:spPr>
        <p:txBody>
          <a:bodyPr/>
          <a:lstStyle/>
          <a:p>
            <a:pPr algn="ctr"/>
            <a:r>
              <a:rPr lang="pt-BR" b="1">
                <a:solidFill>
                  <a:schemeClr val="bg1"/>
                </a:solidFill>
                <a:latin typeface="Times New Roman"/>
                <a:cs typeface="Times New Roman"/>
              </a:rPr>
              <a:t>História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90C045-44EC-448A-F9D3-912A242E7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5003" y="1575873"/>
            <a:ext cx="5672203" cy="4956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3200" b="1">
                <a:solidFill>
                  <a:schemeClr val="bg1"/>
                </a:solidFill>
                <a:latin typeface="Times New Roman"/>
                <a:cs typeface="Times New Roman"/>
              </a:rPr>
              <a:t>Como funcionava?</a:t>
            </a: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>
                <a:solidFill>
                  <a:schemeClr val="bg1"/>
                </a:solidFill>
                <a:latin typeface="Times New Roman"/>
                <a:cs typeface="Times New Roman"/>
              </a:rPr>
              <a:t>Era utilizado pequenos blocos metálicos esculpidos com o símbolo que quisesse utilizar. </a:t>
            </a: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>
                <a:solidFill>
                  <a:schemeClr val="bg1"/>
                </a:solidFill>
                <a:latin typeface="Times New Roman"/>
                <a:cs typeface="Times New Roman"/>
              </a:rPr>
              <a:t>Você deveria organizar tais peças corretamente, então as prensaria contra o papel, reproduzindo os símbolos no papel.</a:t>
            </a: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99C44AB-4469-413B-48E9-90C20F96AD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74" t="2960" r="16746" b="-862"/>
          <a:stretch/>
        </p:blipFill>
        <p:spPr>
          <a:xfrm>
            <a:off x="978986" y="1713660"/>
            <a:ext cx="4813277" cy="407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716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7C1C9-8D05-B29A-159F-990B792B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13944" y="94189"/>
            <a:ext cx="10515600" cy="1325563"/>
          </a:xfrm>
        </p:spPr>
        <p:txBody>
          <a:bodyPr/>
          <a:lstStyle/>
          <a:p>
            <a:pPr algn="ctr"/>
            <a:r>
              <a:rPr lang="pt-BR" b="1">
                <a:solidFill>
                  <a:schemeClr val="bg1"/>
                </a:solidFill>
                <a:latin typeface="Times New Roman"/>
                <a:cs typeface="Times New Roman"/>
              </a:rPr>
              <a:t>História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90C045-44EC-448A-F9D3-912A242E7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415" y="1575873"/>
            <a:ext cx="5672203" cy="495676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pt-BR" sz="3200" b="1">
                <a:solidFill>
                  <a:schemeClr val="bg1"/>
                </a:solidFill>
                <a:latin typeface="Times New Roman"/>
                <a:cs typeface="Times New Roman"/>
              </a:rPr>
              <a:t>-Chester Carlson, 1938</a:t>
            </a: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>
                <a:solidFill>
                  <a:schemeClr val="bg1"/>
                </a:solidFill>
                <a:latin typeface="Times New Roman"/>
                <a:cs typeface="Times New Roman"/>
              </a:rPr>
              <a:t>Criou a fotocopiadora, hoje conhecida como Xerox graças a empresa de mesmo nome.</a:t>
            </a: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>
                <a:solidFill>
                  <a:schemeClr val="bg1"/>
                </a:solidFill>
                <a:latin typeface="Times New Roman"/>
                <a:cs typeface="Times New Roman"/>
              </a:rPr>
              <a:t>Demorou um grande tempo para entrar em uso comercial (Apenas em 1959, com o Xerox 914)</a:t>
            </a:r>
            <a:endParaRPr lang="pt-BR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>
                <a:solidFill>
                  <a:schemeClr val="bg1"/>
                </a:solidFill>
                <a:latin typeface="Times New Roman"/>
                <a:cs typeface="Times New Roman"/>
              </a:rPr>
              <a:t>A tecnologia era veloz para a época, mas ainda sim tomava uma grande parcela de tempo</a:t>
            </a:r>
            <a:endParaRPr lang="pt-BR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pic>
        <p:nvPicPr>
          <p:cNvPr id="4" name="Imagem 3" descr="Foto preta e branca de uma caixa de papelão&#10;&#10;Descrição gerada automaticamente">
            <a:extLst>
              <a:ext uri="{FF2B5EF4-FFF2-40B4-BE49-F238E27FC236}">
                <a16:creationId xmlns:a16="http://schemas.microsoft.com/office/drawing/2014/main" id="{ABAAD22F-5CE3-B2C0-1D3C-CB4705684E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17" r="12103" b="531"/>
          <a:stretch/>
        </p:blipFill>
        <p:spPr>
          <a:xfrm>
            <a:off x="6789498" y="1574170"/>
            <a:ext cx="4228552" cy="404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48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7C1C9-8D05-B29A-159F-990B792B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330" y="386463"/>
            <a:ext cx="10515600" cy="1325563"/>
          </a:xfrm>
        </p:spPr>
        <p:txBody>
          <a:bodyPr/>
          <a:lstStyle/>
          <a:p>
            <a:pPr algn="ctr"/>
            <a:r>
              <a:rPr lang="pt-BR" b="1">
                <a:solidFill>
                  <a:schemeClr val="bg1"/>
                </a:solidFill>
                <a:latin typeface="Times New Roman"/>
                <a:cs typeface="Times New Roman"/>
              </a:rPr>
              <a:t>História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90C045-44EC-448A-F9D3-912A242E7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5977" y="1711572"/>
            <a:ext cx="5672203" cy="4956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3200" b="1">
                <a:solidFill>
                  <a:schemeClr val="bg1"/>
                </a:solidFill>
                <a:latin typeface="Times New Roman"/>
                <a:cs typeface="Times New Roman"/>
              </a:rPr>
              <a:t>-Remington-Rand,1953</a:t>
            </a: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>
                <a:solidFill>
                  <a:schemeClr val="bg1"/>
                </a:solidFill>
                <a:latin typeface="Times New Roman"/>
                <a:cs typeface="Times New Roman"/>
              </a:rPr>
              <a:t>Primeira impressora de alta velocidade.</a:t>
            </a: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>
                <a:solidFill>
                  <a:schemeClr val="bg1"/>
                </a:solidFill>
                <a:latin typeface="Times New Roman"/>
                <a:cs typeface="Times New Roman"/>
              </a:rPr>
              <a:t>Atrelada ao computador UNIVAC</a:t>
            </a: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>
                <a:solidFill>
                  <a:schemeClr val="bg1"/>
                </a:solidFill>
                <a:latin typeface="Times New Roman"/>
                <a:cs typeface="Times New Roman"/>
              </a:rPr>
              <a:t>Capaz de imprimir 600 linhas por minuto</a:t>
            </a: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Imagem 3" descr="Foto em preto e branco de pessoa em frente a computador&#10;&#10;Descrição gerada automaticamente">
            <a:extLst>
              <a:ext uri="{FF2B5EF4-FFF2-40B4-BE49-F238E27FC236}">
                <a16:creationId xmlns:a16="http://schemas.microsoft.com/office/drawing/2014/main" id="{9502801E-7836-48C4-37D3-0FE5F70CE9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4" t="2703" r="14897" b="3378"/>
          <a:stretch/>
        </p:blipFill>
        <p:spPr>
          <a:xfrm>
            <a:off x="406105" y="1989064"/>
            <a:ext cx="5293219" cy="327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868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7C1C9-8D05-B29A-159F-990B792B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13944" y="94189"/>
            <a:ext cx="10515600" cy="1325563"/>
          </a:xfrm>
        </p:spPr>
        <p:txBody>
          <a:bodyPr/>
          <a:lstStyle/>
          <a:p>
            <a:pPr algn="ctr"/>
            <a:r>
              <a:rPr lang="pt-BR" b="1">
                <a:solidFill>
                  <a:schemeClr val="bg1"/>
                </a:solidFill>
                <a:latin typeface="Times New Roman"/>
                <a:cs typeface="Times New Roman"/>
              </a:rPr>
              <a:t>História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90C045-44EC-448A-F9D3-912A242E7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415" y="1575873"/>
            <a:ext cx="5672203" cy="495676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t-BR" sz="3200" b="1">
                <a:solidFill>
                  <a:schemeClr val="bg1"/>
                </a:solidFill>
                <a:latin typeface="Times New Roman"/>
                <a:cs typeface="Times New Roman"/>
              </a:rPr>
              <a:t>-</a:t>
            </a:r>
            <a:r>
              <a:rPr lang="pt-BR" sz="32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Gary Starkweather</a:t>
            </a:r>
            <a:r>
              <a:rPr lang="pt-BR" sz="3200" b="1">
                <a:solidFill>
                  <a:schemeClr val="bg1"/>
                </a:solidFill>
                <a:latin typeface="Times New Roman"/>
                <a:cs typeface="Times New Roman"/>
              </a:rPr>
              <a:t>, 1969</a:t>
            </a:r>
            <a:endParaRPr lang="pt-BR">
              <a:solidFill>
                <a:schemeClr val="bg1"/>
              </a:solidFill>
              <a:latin typeface="Aptos" panose="020B0004020202020204"/>
              <a:cs typeface="Times New Roman"/>
            </a:endParaRPr>
          </a:p>
          <a:p>
            <a:pPr marL="0" indent="0">
              <a:buNone/>
            </a:pPr>
            <a:endParaRPr lang="pt-BR" sz="3200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 sz="3200">
                <a:solidFill>
                  <a:schemeClr val="bg1"/>
                </a:solidFill>
                <a:latin typeface="Times New Roman"/>
                <a:cs typeface="Times New Roman"/>
              </a:rPr>
              <a:t>Foi criado a impressora a laser Xerox 9700, nos laboratórios da Xerox</a:t>
            </a:r>
          </a:p>
          <a:p>
            <a:pPr marL="0" indent="0">
              <a:buNone/>
            </a:pPr>
            <a:endParaRPr lang="pt-BR" sz="32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 sz="3200">
                <a:solidFill>
                  <a:schemeClr val="bg1"/>
                </a:solidFill>
                <a:latin typeface="Times New Roman"/>
                <a:cs typeface="Times New Roman"/>
              </a:rPr>
              <a:t>Antes do Xerox 9700 se tornar comercial, a IBM lançou o IBM 3800, que ocupa o lugar de primeira impressora a laser comercial</a:t>
            </a: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5D2BBC-6C78-9E04-F6D8-AC2AC3FAB7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83" t="665" r="-212" b="-300"/>
          <a:stretch/>
        </p:blipFill>
        <p:spPr>
          <a:xfrm>
            <a:off x="6348414" y="1873584"/>
            <a:ext cx="5267280" cy="389600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5F4F703-A50B-513E-71DE-435DF7FEDEB5}"/>
              </a:ext>
            </a:extLst>
          </p:cNvPr>
          <p:cNvSpPr txBox="1"/>
          <p:nvPr/>
        </p:nvSpPr>
        <p:spPr>
          <a:xfrm>
            <a:off x="7016879" y="5931755"/>
            <a:ext cx="359914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Xerox 9700</a:t>
            </a:r>
          </a:p>
        </p:txBody>
      </p:sp>
    </p:spTree>
    <p:extLst>
      <p:ext uri="{BB962C8B-B14F-4D97-AF65-F5344CB8AC3E}">
        <p14:creationId xmlns:p14="http://schemas.microsoft.com/office/powerpoint/2010/main" val="2789716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7C1C9-8D05-B29A-159F-990B792B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13944" y="94189"/>
            <a:ext cx="10515600" cy="1325563"/>
          </a:xfrm>
        </p:spPr>
        <p:txBody>
          <a:bodyPr/>
          <a:lstStyle/>
          <a:p>
            <a:pPr algn="ctr"/>
            <a:r>
              <a:rPr lang="pt-BR" b="1">
                <a:solidFill>
                  <a:schemeClr val="bg1"/>
                </a:solidFill>
                <a:latin typeface="Times New Roman"/>
                <a:cs typeface="Times New Roman"/>
              </a:rPr>
              <a:t>História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90C045-44EC-448A-F9D3-912A242E7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415" y="1575873"/>
            <a:ext cx="5672203" cy="4956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3200" b="1">
                <a:solidFill>
                  <a:schemeClr val="bg1"/>
                </a:solidFill>
                <a:latin typeface="Times New Roman"/>
                <a:cs typeface="Times New Roman"/>
              </a:rPr>
              <a:t>-Chuck Hull, 1984</a:t>
            </a: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>
                <a:solidFill>
                  <a:schemeClr val="bg1"/>
                </a:solidFill>
                <a:latin typeface="Times New Roman"/>
                <a:cs typeface="Times New Roman"/>
              </a:rPr>
              <a:t>Criou a </a:t>
            </a:r>
            <a:r>
              <a:rPr lang="pt-BR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estereolitografia usando luzes UV para a solidificação de resina.</a:t>
            </a:r>
            <a:endParaRPr lang="pt-BR">
              <a:solidFill>
                <a:schemeClr val="bg1"/>
              </a:solidFill>
              <a:latin typeface="Times New Roman"/>
              <a:ea typeface="+mn-lt"/>
              <a:cs typeface="Arial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>
                <a:solidFill>
                  <a:schemeClr val="bg1"/>
                </a:solidFill>
                <a:latin typeface="Times New Roman"/>
                <a:cs typeface="Times New Roman"/>
              </a:rPr>
              <a:t>Ele patenteou o processo e dois anos depois fundou a empresa 3d Systems.</a:t>
            </a: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>
                <a:solidFill>
                  <a:schemeClr val="bg1"/>
                </a:solidFill>
                <a:latin typeface="Times New Roman"/>
                <a:cs typeface="Times New Roman"/>
              </a:rPr>
              <a:t>Em 1988 lançou a primeira impressora 3d comercial </a:t>
            </a: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9301CF5-A998-F1DC-E6C0-F0F6013D1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913" y="839245"/>
            <a:ext cx="4171187" cy="517951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90FCE4C-38F5-28AF-D018-44B31D2F47D8}"/>
              </a:ext>
            </a:extLst>
          </p:cNvPr>
          <p:cNvSpPr txBox="1"/>
          <p:nvPr/>
        </p:nvSpPr>
        <p:spPr>
          <a:xfrm>
            <a:off x="7371606" y="6328663"/>
            <a:ext cx="394847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>
                <a:solidFill>
                  <a:schemeClr val="bg1"/>
                </a:solidFill>
                <a:latin typeface="Times New Roman"/>
                <a:cs typeface="Times New Roman"/>
              </a:rPr>
              <a:t>SLA-1, primeira impressora 3d</a:t>
            </a:r>
          </a:p>
        </p:txBody>
      </p:sp>
    </p:spTree>
    <p:extLst>
      <p:ext uri="{BB962C8B-B14F-4D97-AF65-F5344CB8AC3E}">
        <p14:creationId xmlns:p14="http://schemas.microsoft.com/office/powerpoint/2010/main" val="1496171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7C1C9-8D05-B29A-159F-990B792B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13944" y="94189"/>
            <a:ext cx="10515600" cy="1325563"/>
          </a:xfrm>
        </p:spPr>
        <p:txBody>
          <a:bodyPr/>
          <a:lstStyle/>
          <a:p>
            <a:pPr algn="ctr"/>
            <a:r>
              <a:rPr lang="pt-BR" b="1">
                <a:solidFill>
                  <a:schemeClr val="bg1"/>
                </a:solidFill>
                <a:latin typeface="Times New Roman"/>
                <a:cs typeface="Times New Roman"/>
              </a:rPr>
              <a:t>Como funciona?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90C045-44EC-448A-F9D3-912A242E7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073" y="2087352"/>
            <a:ext cx="10324177" cy="467661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sz="4000" b="1">
                <a:solidFill>
                  <a:schemeClr val="bg1"/>
                </a:solidFill>
                <a:latin typeface="Times New Roman"/>
                <a:cs typeface="Times New Roman"/>
              </a:rPr>
              <a:t>Transformando uma imagem digital em física</a:t>
            </a:r>
          </a:p>
          <a:p>
            <a:pPr marL="0" indent="0">
              <a:buNone/>
            </a:pPr>
            <a:endParaRPr lang="pt-BR" sz="40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 sz="4000">
                <a:solidFill>
                  <a:schemeClr val="bg1"/>
                </a:solidFill>
                <a:latin typeface="Times New Roman"/>
                <a:cs typeface="Times New Roman"/>
              </a:rPr>
              <a:t>Através de softwares ou drivers que transformam a imagem em um arquivo entendível para o sistema da impressora</a:t>
            </a:r>
          </a:p>
          <a:p>
            <a:pPr marL="0" indent="0">
              <a:buNone/>
            </a:pPr>
            <a:endParaRPr lang="pt-BR" sz="400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 sz="400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56213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7C1C9-8D05-B29A-159F-990B792B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94" y="125504"/>
            <a:ext cx="10515600" cy="1325563"/>
          </a:xfrm>
        </p:spPr>
        <p:txBody>
          <a:bodyPr/>
          <a:lstStyle/>
          <a:p>
            <a:pPr algn="ctr"/>
            <a:r>
              <a:rPr lang="pt-BR" b="1">
                <a:solidFill>
                  <a:schemeClr val="bg1"/>
                </a:solidFill>
                <a:latin typeface="Times New Roman"/>
                <a:cs typeface="Times New Roman"/>
              </a:rPr>
              <a:t>Tipos principais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90C045-44EC-448A-F9D3-912A242E7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415" y="1575873"/>
            <a:ext cx="5672203" cy="4956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3200" b="1">
                <a:solidFill>
                  <a:schemeClr val="bg1"/>
                </a:solidFill>
                <a:latin typeface="Times New Roman"/>
                <a:cs typeface="Times New Roman"/>
              </a:rPr>
              <a:t>Impressora de jato de tinta</a:t>
            </a:r>
          </a:p>
          <a:p>
            <a:pPr marL="0" indent="0">
              <a:buNone/>
            </a:pPr>
            <a:endParaRPr lang="pt-BR" sz="3200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- Tem cabeça de impressão, uma parte onde há diversos buracos onde sai a tinta</a:t>
            </a:r>
          </a:p>
          <a:p>
            <a:pPr marL="0" indent="0">
              <a:buNone/>
            </a:pPr>
            <a:endParaRPr lang="pt-BR" sz="2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- Utilizam tinta de corante colorido ou pigmento</a:t>
            </a:r>
          </a:p>
          <a:p>
            <a:pPr marL="0" indent="0">
              <a:buNone/>
            </a:pPr>
            <a:endParaRPr lang="pt-BR" sz="2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-Quando a página passa, a cabeça de impressão é ativada, que se move soltando tinta muito rapidamente</a:t>
            </a:r>
          </a:p>
          <a:p>
            <a:pPr marL="0" indent="0">
              <a:buNone/>
            </a:pPr>
            <a:endParaRPr lang="pt-BR" sz="240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 sz="240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Imagem 3" descr="Diagrama&#10;&#10;Descrição gerada automaticamente">
            <a:extLst>
              <a:ext uri="{FF2B5EF4-FFF2-40B4-BE49-F238E27FC236}">
                <a16:creationId xmlns:a16="http://schemas.microsoft.com/office/drawing/2014/main" id="{2F3FEF3A-F10E-D72C-C474-7F3DC567C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128" y="1895195"/>
            <a:ext cx="5560919" cy="389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49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7C1C9-8D05-B29A-159F-990B792B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94" y="125504"/>
            <a:ext cx="10515600" cy="1325563"/>
          </a:xfrm>
        </p:spPr>
        <p:txBody>
          <a:bodyPr/>
          <a:lstStyle/>
          <a:p>
            <a:pPr algn="ctr"/>
            <a:r>
              <a:rPr lang="pt-BR" b="1">
                <a:solidFill>
                  <a:schemeClr val="bg1"/>
                </a:solidFill>
                <a:latin typeface="Times New Roman"/>
                <a:cs typeface="Times New Roman"/>
              </a:rPr>
              <a:t>Tipos principais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90C045-44EC-448A-F9D3-912A242E7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415" y="1452608"/>
            <a:ext cx="5672203" cy="4956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3200" b="1">
                <a:solidFill>
                  <a:schemeClr val="bg1"/>
                </a:solidFill>
                <a:latin typeface="Times New Roman"/>
                <a:cs typeface="Times New Roman"/>
              </a:rPr>
              <a:t>Impressora a laser</a:t>
            </a:r>
          </a:p>
          <a:p>
            <a:pPr marL="0" indent="0">
              <a:buNone/>
            </a:pPr>
            <a:endParaRPr lang="pt-BR" sz="3200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- Utiliza toner- um pó fino, ao invés de tinta</a:t>
            </a:r>
          </a:p>
          <a:p>
            <a:pPr marL="0" indent="0">
              <a:buNone/>
            </a:pPr>
            <a:endParaRPr lang="pt-BR" sz="2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- Mais complexos, pois envolvem mais estágios</a:t>
            </a:r>
          </a:p>
          <a:p>
            <a:pPr marL="0" indent="0">
              <a:buNone/>
            </a:pPr>
            <a:endParaRPr lang="pt-BR" sz="2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- Utiliza uma fonte de luz, diversos rolos, cilindros e o toner.</a:t>
            </a: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</a:p>
          <a:p>
            <a:pPr marL="0" indent="0">
              <a:buNone/>
            </a:pPr>
            <a:endParaRPr lang="pt-BR" sz="240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 sz="240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5" name="Imagem 4" descr="Diagrama&#10;&#10;Descrição gerada automaticamente">
            <a:extLst>
              <a:ext uri="{FF2B5EF4-FFF2-40B4-BE49-F238E27FC236}">
                <a16:creationId xmlns:a16="http://schemas.microsoft.com/office/drawing/2014/main" id="{AE0CDAB9-B6F6-6093-DCC6-A76052F5F0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5" r="3666" b="1329"/>
          <a:stretch/>
        </p:blipFill>
        <p:spPr>
          <a:xfrm>
            <a:off x="6605308" y="2030506"/>
            <a:ext cx="5256637" cy="333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8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7C1C9-8D05-B29A-159F-990B792B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94" y="125504"/>
            <a:ext cx="10515600" cy="1325563"/>
          </a:xfrm>
        </p:spPr>
        <p:txBody>
          <a:bodyPr/>
          <a:lstStyle/>
          <a:p>
            <a:pPr algn="ctr"/>
            <a:r>
              <a:rPr lang="pt-BR" b="1">
                <a:solidFill>
                  <a:schemeClr val="bg1"/>
                </a:solidFill>
                <a:latin typeface="Times New Roman"/>
                <a:cs typeface="Times New Roman"/>
              </a:rPr>
              <a:t>Tipos principais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90C045-44EC-448A-F9D3-912A242E7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415" y="1094020"/>
            <a:ext cx="5941144" cy="519208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pt-BR" sz="3200" b="1">
                <a:solidFill>
                  <a:schemeClr val="bg1"/>
                </a:solidFill>
                <a:latin typeface="Times New Roman"/>
                <a:cs typeface="Times New Roman"/>
              </a:rPr>
              <a:t>Impressora a laser</a:t>
            </a: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endParaRPr lang="pt-BR" sz="3200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- O cilindro é carregado negativamente</a:t>
            </a:r>
            <a:endParaRPr lang="pt-BR" sz="2400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- O laser ilumina o cilindro no formato da imagem/texto que se quer imprimir, transformando as áreas atingidas novamente em positivas</a:t>
            </a: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- O toner entra em contato com o cilindro, e por ser negativo, é atraído para as áreas positivas.</a:t>
            </a: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- O cilindro de imagem entra em contato com o cilindro de transferência, também carregado positivamente, passando a imagem para o papel</a:t>
            </a: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- O papel é prensado entre o rolo pressor e o rolo </a:t>
            </a:r>
            <a:r>
              <a:rPr lang="pt-BR" sz="2400" err="1">
                <a:solidFill>
                  <a:schemeClr val="bg1"/>
                </a:solidFill>
                <a:latin typeface="Times New Roman"/>
                <a:cs typeface="Times New Roman"/>
              </a:rPr>
              <a:t>fusor</a:t>
            </a: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. O rolo fusor está quente, e fundi o pó do toner ao papel</a:t>
            </a:r>
          </a:p>
          <a:p>
            <a:pPr marL="0" indent="0">
              <a:buNone/>
            </a:pPr>
            <a:endParaRPr lang="pt-BR" sz="2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</a:p>
          <a:p>
            <a:pPr marL="0" indent="0">
              <a:buNone/>
            </a:pPr>
            <a:endParaRPr lang="pt-BR" sz="240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 sz="240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Imagem 3" descr="Diagrama&#10;&#10;Descrição gerada automaticamente">
            <a:extLst>
              <a:ext uri="{FF2B5EF4-FFF2-40B4-BE49-F238E27FC236}">
                <a16:creationId xmlns:a16="http://schemas.microsoft.com/office/drawing/2014/main" id="{9B2A031B-B48B-3815-DF5C-8736B7110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396" y="1886231"/>
            <a:ext cx="4439209" cy="378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636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7C1C9-8D05-B29A-159F-990B792B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94" y="125504"/>
            <a:ext cx="10515600" cy="1325563"/>
          </a:xfrm>
        </p:spPr>
        <p:txBody>
          <a:bodyPr/>
          <a:lstStyle/>
          <a:p>
            <a:pPr algn="ctr"/>
            <a:r>
              <a:rPr lang="pt-BR" b="1">
                <a:solidFill>
                  <a:schemeClr val="bg1"/>
                </a:solidFill>
                <a:latin typeface="Times New Roman"/>
                <a:cs typeface="Times New Roman"/>
              </a:rPr>
              <a:t>Tipos principais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90C045-44EC-448A-F9D3-912A242E7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416" y="1037991"/>
            <a:ext cx="7498760" cy="66376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3200" b="1">
                <a:solidFill>
                  <a:schemeClr val="bg1"/>
                </a:solidFill>
                <a:latin typeface="Times New Roman"/>
                <a:cs typeface="Times New Roman"/>
              </a:rPr>
              <a:t>Tinta sólida</a:t>
            </a: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endParaRPr lang="pt-BR" sz="3200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- Apenas em Xerox</a:t>
            </a:r>
            <a:endParaRPr lang="pt-BR" sz="2400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Arial"/>
              </a:rPr>
              <a:t> - A cera é derretida e pulverizada em um cilindro grande usando uma cabeça de impressão parecida com a da impressora jato de tinta</a:t>
            </a:r>
            <a:endParaRPr lang="pt-BR" sz="2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Arial"/>
              </a:rPr>
              <a:t> -</a:t>
            </a:r>
            <a:r>
              <a:rPr lang="pt-BR" sz="2400">
                <a:solidFill>
                  <a:schemeClr val="bg1"/>
                </a:solidFill>
                <a:latin typeface="Times New Roman"/>
                <a:ea typeface="+mn-lt"/>
                <a:cs typeface="Arial"/>
              </a:rPr>
              <a:t> </a:t>
            </a:r>
            <a:r>
              <a:rPr lang="pt-BR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A imagem é criada em um rolo metálico que transfere para a página, depois de seco, ela fica como se a imagem fosse feita com lápis de cera</a:t>
            </a:r>
            <a:endParaRPr lang="pt-BR" sz="2400">
              <a:solidFill>
                <a:schemeClr val="bg1"/>
              </a:solidFill>
              <a:latin typeface="Times New Roman"/>
              <a:cs typeface="Arial"/>
            </a:endParaRP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- </a:t>
            </a:r>
            <a:r>
              <a:rPr lang="pt-BR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As impressoras de tinta sólida são conhecidas pelas suas cores vibrantes e coloridas que se destacam</a:t>
            </a:r>
          </a:p>
          <a:p>
            <a:pPr marL="0" indent="0">
              <a:buNone/>
            </a:pPr>
            <a:endParaRPr lang="pt-BR" sz="2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 sz="2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</a:p>
          <a:p>
            <a:pPr marL="0" indent="0">
              <a:buNone/>
            </a:pPr>
            <a:endParaRPr lang="pt-BR" sz="240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 sz="240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5" name="Imagem 4" descr="Uma imagem contendo mesa, bolo, placa, perto&#10;&#10;Descrição gerada automaticamente">
            <a:extLst>
              <a:ext uri="{FF2B5EF4-FFF2-40B4-BE49-F238E27FC236}">
                <a16:creationId xmlns:a16="http://schemas.microsoft.com/office/drawing/2014/main" id="{B28DCD0D-C005-C729-0720-43D6D11B4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777" y="1450041"/>
            <a:ext cx="3587919" cy="464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531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7C1C9-8D05-B29A-159F-990B792B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94" y="125504"/>
            <a:ext cx="10515600" cy="1325563"/>
          </a:xfrm>
        </p:spPr>
        <p:txBody>
          <a:bodyPr/>
          <a:lstStyle/>
          <a:p>
            <a:pPr algn="ctr"/>
            <a:r>
              <a:rPr lang="pt-BR" b="1">
                <a:solidFill>
                  <a:schemeClr val="bg1"/>
                </a:solidFill>
                <a:latin typeface="Times New Roman"/>
                <a:cs typeface="Times New Roman"/>
              </a:rPr>
              <a:t>Tipos principais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90C045-44EC-448A-F9D3-912A242E7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416" y="1037991"/>
            <a:ext cx="7498760" cy="66376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3200" b="1">
                <a:solidFill>
                  <a:schemeClr val="bg1"/>
                </a:solidFill>
                <a:latin typeface="Times New Roman"/>
                <a:cs typeface="Times New Roman"/>
              </a:rPr>
              <a:t>Impressora 3d</a:t>
            </a: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endParaRPr lang="pt-BR" sz="3200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- Modelo dividido em camadas, gerando um arquivo código G</a:t>
            </a:r>
            <a:endParaRPr lang="pt-BR" sz="2400" b="1">
              <a:solidFill>
                <a:schemeClr val="bg1"/>
              </a:solidFill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- Pode funcionar por:</a:t>
            </a: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     </a:t>
            </a:r>
            <a:r>
              <a:rPr lang="pt-BR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Modelação de deposição de </a:t>
            </a:r>
            <a:r>
              <a:rPr lang="pt-BR" sz="240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molten</a:t>
            </a:r>
            <a:r>
              <a:rPr lang="pt-BR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(FDM): Consiste em derreter filamentos de plásticos, e liberá-los em camadas para formar o objeto.</a:t>
            </a: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     </a:t>
            </a:r>
            <a:r>
              <a:rPr lang="pt-BR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Estereolitografia: É distribuída a resina em camadas então endurecidas com luz UV.</a:t>
            </a: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     </a:t>
            </a:r>
            <a:r>
              <a:rPr lang="pt-BR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Sinterização Seletiva de Laser – SLS: Um pó é colocado em um recipiente, que é exposto a um laser que então funde e solidifica a parte exposta.</a:t>
            </a:r>
          </a:p>
          <a:p>
            <a:pPr marL="0" indent="0">
              <a:buNone/>
            </a:pPr>
            <a:endParaRPr lang="pt-BR" sz="2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 sz="2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pt-BR" sz="240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</a:p>
          <a:p>
            <a:pPr marL="0" indent="0">
              <a:buNone/>
            </a:pPr>
            <a:endParaRPr lang="pt-BR" sz="240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 sz="240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000000"/>
              </a:solidFill>
              <a:latin typeface="Aptos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Imagem 3" descr="Tela de computador com fundo preto&#10;&#10;Descrição gerada automaticamente">
            <a:extLst>
              <a:ext uri="{FF2B5EF4-FFF2-40B4-BE49-F238E27FC236}">
                <a16:creationId xmlns:a16="http://schemas.microsoft.com/office/drawing/2014/main" id="{10008E59-6080-090F-70F9-FFD6966537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88" r="6026" b="489"/>
          <a:stretch/>
        </p:blipFill>
        <p:spPr>
          <a:xfrm>
            <a:off x="7625604" y="1951784"/>
            <a:ext cx="4168594" cy="386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517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7C1C9-8D05-B29A-159F-990B792B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94" y="125504"/>
            <a:ext cx="10515600" cy="1325563"/>
          </a:xfrm>
        </p:spPr>
        <p:txBody>
          <a:bodyPr/>
          <a:lstStyle/>
          <a:p>
            <a:pPr algn="ctr"/>
            <a:r>
              <a:rPr lang="pt-BR" b="1">
                <a:solidFill>
                  <a:schemeClr val="bg1"/>
                </a:solidFill>
                <a:latin typeface="Times New Roman"/>
                <a:cs typeface="Times New Roman"/>
              </a:rPr>
              <a:t>Curiosidades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90C045-44EC-448A-F9D3-912A242E7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663" y="2499361"/>
            <a:ext cx="7498760" cy="66376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3200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9386035-BF4B-D7CC-5FCB-856ADC3FAC61}"/>
              </a:ext>
            </a:extLst>
          </p:cNvPr>
          <p:cNvSpPr txBox="1"/>
          <p:nvPr/>
        </p:nvSpPr>
        <p:spPr>
          <a:xfrm>
            <a:off x="469972" y="1450938"/>
            <a:ext cx="322336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RISO fw5230 a impressora mais rápida do mundo podendo imprimir 150 páginas por minuto.</a:t>
            </a:r>
            <a:endParaRPr lang="pt-BR" sz="2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l"/>
            <a:endParaRPr lang="pt-BR" sz="24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C6678A-6EB9-EEBB-5F63-731AEA4E3B28}"/>
              </a:ext>
            </a:extLst>
          </p:cNvPr>
          <p:cNvSpPr txBox="1"/>
          <p:nvPr/>
        </p:nvSpPr>
        <p:spPr>
          <a:xfrm>
            <a:off x="4726025" y="1599727"/>
            <a:ext cx="274319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>
                <a:solidFill>
                  <a:schemeClr val="bg1"/>
                </a:solidFill>
                <a:latin typeface="Times New Roman"/>
                <a:cs typeface="Arial"/>
              </a:rPr>
              <a:t>A maior impressora do mundo mede 12 x 50 metros e se chama “</a:t>
            </a:r>
            <a:r>
              <a:rPr lang="pt-BR" sz="2400" err="1">
                <a:solidFill>
                  <a:schemeClr val="bg1"/>
                </a:solidFill>
                <a:latin typeface="Times New Roman"/>
                <a:cs typeface="Arial"/>
              </a:rPr>
              <a:t>Infinitus</a:t>
            </a:r>
            <a:r>
              <a:rPr lang="pt-BR" sz="2400">
                <a:solidFill>
                  <a:schemeClr val="bg1"/>
                </a:solidFill>
                <a:latin typeface="Times New Roman"/>
                <a:cs typeface="Arial"/>
              </a:rPr>
              <a:t>”.</a:t>
            </a:r>
            <a:endParaRPr lang="pt-BR" sz="24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4CF59ED-555C-07C1-6D9E-79171A8CFBB3}"/>
              </a:ext>
            </a:extLst>
          </p:cNvPr>
          <p:cNvSpPr txBox="1"/>
          <p:nvPr/>
        </p:nvSpPr>
        <p:spPr>
          <a:xfrm>
            <a:off x="8804712" y="1714149"/>
            <a:ext cx="274319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Tinta de impressora custa cerca de 65 vezes mais que petróleo</a:t>
            </a:r>
            <a:endParaRPr lang="pt-BR">
              <a:solidFill>
                <a:schemeClr val="bg1"/>
              </a:solidFill>
              <a:latin typeface="Times New Roman"/>
              <a:ea typeface="+mn-lt"/>
              <a:cs typeface="Times New Roman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89CAF1A-886A-030F-471E-32CED9A478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95" t="1804" r="9021" b="2030"/>
          <a:stretch/>
        </p:blipFill>
        <p:spPr>
          <a:xfrm>
            <a:off x="247172" y="3429074"/>
            <a:ext cx="3253909" cy="3090649"/>
          </a:xfrm>
          <a:prstGeom prst="rect">
            <a:avLst/>
          </a:prstGeom>
        </p:spPr>
      </p:pic>
      <p:pic>
        <p:nvPicPr>
          <p:cNvPr id="9" name="Imagem 8" descr="Estação de metro&#10;&#10;Descrição gerada automaticamente">
            <a:extLst>
              <a:ext uri="{FF2B5EF4-FFF2-40B4-BE49-F238E27FC236}">
                <a16:creationId xmlns:a16="http://schemas.microsoft.com/office/drawing/2014/main" id="{D0A4EBCE-F0B6-D8C5-3482-43154FE860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06" b="-375"/>
          <a:stretch/>
        </p:blipFill>
        <p:spPr>
          <a:xfrm>
            <a:off x="3883068" y="3572617"/>
            <a:ext cx="4228299" cy="280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07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7C1C9-8D05-B29A-159F-990B792B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94" y="125504"/>
            <a:ext cx="10515600" cy="1325563"/>
          </a:xfrm>
        </p:spPr>
        <p:txBody>
          <a:bodyPr/>
          <a:lstStyle/>
          <a:p>
            <a:pPr algn="ctr"/>
            <a:r>
              <a:rPr lang="pt-BR" b="1">
                <a:solidFill>
                  <a:schemeClr val="bg1"/>
                </a:solidFill>
                <a:latin typeface="Times New Roman"/>
                <a:cs typeface="Times New Roman"/>
              </a:rPr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90C045-44EC-448A-F9D3-912A242E7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3049" y="2969087"/>
            <a:ext cx="7498760" cy="66376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3200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pt-BR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EB2F52E-029D-77E1-3C70-190FFDA5F3B9}"/>
              </a:ext>
            </a:extLst>
          </p:cNvPr>
          <p:cNvSpPr txBox="1"/>
          <p:nvPr/>
        </p:nvSpPr>
        <p:spPr>
          <a:xfrm>
            <a:off x="1205074" y="1333226"/>
            <a:ext cx="920454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100" u="sng">
                <a:solidFill>
                  <a:srgbClr val="1155CC"/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https://www.docsolucoes.com.br/blog/historia-da-impressora</a:t>
            </a:r>
          </a:p>
          <a:p>
            <a:endParaRPr lang="pt-BR" sz="1100" u="sng">
              <a:solidFill>
                <a:srgbClr val="1155CC"/>
              </a:solidFill>
              <a:latin typeface="Arial"/>
              <a:cs typeface="Arial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B369B6A-D15D-BC7B-E089-88CA436E5F12}"/>
              </a:ext>
            </a:extLst>
          </p:cNvPr>
          <p:cNvSpPr txBox="1"/>
          <p:nvPr/>
        </p:nvSpPr>
        <p:spPr>
          <a:xfrm>
            <a:off x="1207805" y="1651681"/>
            <a:ext cx="609391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100" u="sng">
                <a:solidFill>
                  <a:srgbClr val="1155CC"/>
                </a:solidFill>
                <a:latin typeface="Arial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https://pt.wikipedia.org/wiki/Prensa_m%C3%B3vel</a:t>
            </a:r>
            <a:endParaRPr lang="pt-BR" sz="1100" u="sng">
              <a:solidFill>
                <a:srgbClr val="1155CC"/>
              </a:solidFill>
              <a:latin typeface="Arial"/>
              <a:cs typeface="Arial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pt-BR" sz="1100" u="sng">
              <a:solidFill>
                <a:srgbClr val="1155CC"/>
              </a:solidFill>
              <a:latin typeface="Arial"/>
              <a:cs typeface="Arial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969E7DD-5F57-C83F-075F-2379AE114202}"/>
              </a:ext>
            </a:extLst>
          </p:cNvPr>
          <p:cNvSpPr txBox="1"/>
          <p:nvPr/>
        </p:nvSpPr>
        <p:spPr>
          <a:xfrm>
            <a:off x="1206674" y="1979113"/>
            <a:ext cx="839035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u="sng">
                <a:solidFill>
                  <a:srgbClr val="1155CC"/>
                </a:solidFill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https://www.xerox.com/en-us/innovation/insights/chester-carlson-xerography</a:t>
            </a:r>
            <a:endParaRPr lang="pt-BR" sz="1100" u="sng">
              <a:solidFill>
                <a:srgbClr val="1155CC"/>
              </a:solidFill>
              <a:latin typeface="Arial"/>
              <a:cs typeface="Arial"/>
            </a:endParaRPr>
          </a:p>
          <a:p>
            <a:endParaRPr lang="en-US" sz="1100" u="sng">
              <a:solidFill>
                <a:srgbClr val="1155CC"/>
              </a:solidFill>
              <a:latin typeface="Arial"/>
              <a:cs typeface="Arial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0354F2-5302-1957-9812-514FCDAB39E5}"/>
              </a:ext>
            </a:extLst>
          </p:cNvPr>
          <p:cNvSpPr txBox="1"/>
          <p:nvPr/>
        </p:nvSpPr>
        <p:spPr>
          <a:xfrm>
            <a:off x="1206674" y="2281825"/>
            <a:ext cx="537366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1155CC"/>
                </a:solidFill>
                <a:latin typeface="Arial"/>
                <a:ea typeface="+mn-lt"/>
                <a:cs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https://pt.wikipedia.org/wiki/Chester_Carlson</a:t>
            </a:r>
            <a:endParaRPr lang="pt-BR" sz="1100">
              <a:solidFill>
                <a:srgbClr val="1155CC"/>
              </a:solidFill>
              <a:latin typeface="Arial"/>
              <a:ea typeface="+mn-lt"/>
              <a:cs typeface="+mn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5DBFA26-F28B-CD55-95FF-2D6E82B391A0}"/>
              </a:ext>
            </a:extLst>
          </p:cNvPr>
          <p:cNvSpPr txBox="1"/>
          <p:nvPr/>
        </p:nvSpPr>
        <p:spPr>
          <a:xfrm>
            <a:off x="1185798" y="2678482"/>
            <a:ext cx="5624186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1155CC"/>
                </a:solidFill>
                <a:latin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https://www.thoughtco.com/history-of-computer-printers-4071175</a:t>
            </a:r>
            <a:br>
              <a:rPr lang="en-US"/>
            </a:br>
            <a:endParaRPr lang="en-US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7420EAE-376F-4BB7-421C-E047EB20BDEF}"/>
              </a:ext>
            </a:extLst>
          </p:cNvPr>
          <p:cNvSpPr txBox="1"/>
          <p:nvPr/>
        </p:nvSpPr>
        <p:spPr>
          <a:xfrm>
            <a:off x="1196235" y="2542784"/>
            <a:ext cx="12555253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1155CC"/>
                </a:solidFill>
                <a:latin typeface="Arial"/>
                <a:ea typeface="+mn-lt"/>
                <a:cs typeface="+mn-l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https://www.infoescola.com/informatica/impressora/#:~:text=A%20primeira%20impressora%</a:t>
            </a:r>
            <a:r>
              <a:rPr lang="en-US" sz="1100">
                <a:solidFill>
                  <a:srgbClr val="1155CC"/>
                </a:solidFill>
                <a:latin typeface="Arial"/>
                <a:ea typeface="+mn-lt"/>
                <a:cs typeface="+mn-lt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20surgiu%20em,primeiro%20computador%20comercial%20da%20hist%C3%B3ria</a:t>
            </a:r>
            <a:r>
              <a:rPr lang="en-US" sz="1100">
                <a:solidFill>
                  <a:srgbClr val="1155CC"/>
                </a:solidFill>
                <a:latin typeface="Arial"/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0B22903-61D5-7910-4423-2729BFA39AB9}"/>
              </a:ext>
            </a:extLst>
          </p:cNvPr>
          <p:cNvSpPr txBox="1"/>
          <p:nvPr/>
        </p:nvSpPr>
        <p:spPr>
          <a:xfrm>
            <a:off x="1185797" y="3002070"/>
            <a:ext cx="562418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1155CC"/>
                </a:solidFill>
                <a:latin typeface="Arial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https://en.wikipedia.org/wiki/Laser_printing#:~:text=In%201976%2C%20the%20first%20commercial,printers%20attached%20to%20mainframe%20computers</a:t>
            </a:r>
            <a:r>
              <a:rPr lang="en-US" sz="1100">
                <a:solidFill>
                  <a:srgbClr val="1155CC"/>
                </a:solidFill>
                <a:latin typeface="Arial"/>
              </a:rPr>
              <a:t>.</a:t>
            </a:r>
            <a:endParaRPr lang="pt-BR" sz="1100">
              <a:solidFill>
                <a:srgbClr val="1155CC"/>
              </a:solidFill>
              <a:latin typeface="Arial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B2DE4DD-1262-F74D-2339-1CA9F404A74D}"/>
              </a:ext>
            </a:extLst>
          </p:cNvPr>
          <p:cNvSpPr txBox="1"/>
          <p:nvPr/>
        </p:nvSpPr>
        <p:spPr>
          <a:xfrm>
            <a:off x="1206673" y="3951960"/>
            <a:ext cx="562418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1155CC"/>
                </a:solidFill>
                <a:latin typeface="Arial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https://printerstop.com/blog/10-crazy-facts-about-printers/</a:t>
            </a:r>
            <a:endParaRPr lang="pt-BR" sz="1100">
              <a:solidFill>
                <a:srgbClr val="1155CC"/>
              </a:solidFill>
              <a:latin typeface="Arial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A980663-04FD-F30C-A087-BCE15ADDD38E}"/>
              </a:ext>
            </a:extLst>
          </p:cNvPr>
          <p:cNvSpPr txBox="1"/>
          <p:nvPr/>
        </p:nvSpPr>
        <p:spPr>
          <a:xfrm>
            <a:off x="1206674" y="3691001"/>
            <a:ext cx="562418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1155CC"/>
                </a:solidFill>
                <a:latin typeface="Arial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https://www.xerox.com/pt-br/impressoras-multifuncoes/reflexoes/laser-printers</a:t>
            </a:r>
            <a:endParaRPr lang="pt-BR" sz="1100">
              <a:solidFill>
                <a:srgbClr val="1155CC"/>
              </a:solidFill>
              <a:latin typeface="Arial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07B0789-129B-274A-63E5-593EA33E3607}"/>
              </a:ext>
            </a:extLst>
          </p:cNvPr>
          <p:cNvSpPr txBox="1"/>
          <p:nvPr/>
        </p:nvSpPr>
        <p:spPr>
          <a:xfrm>
            <a:off x="1206673" y="3430042"/>
            <a:ext cx="562418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1155CC"/>
                </a:solidFill>
                <a:latin typeface="Arial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https://www.printerland.co.uk/blog/the-history-of-the-laser-printer/</a:t>
            </a:r>
            <a:endParaRPr lang="en-US" sz="1100">
              <a:solidFill>
                <a:srgbClr val="1155CC"/>
              </a:solidFill>
              <a:latin typeface="Arial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AD2A3F0-7DE2-DF44-35BF-DBC2FC4BFDDF}"/>
              </a:ext>
            </a:extLst>
          </p:cNvPr>
          <p:cNvSpPr txBox="1"/>
          <p:nvPr/>
        </p:nvSpPr>
        <p:spPr>
          <a:xfrm>
            <a:off x="1206674" y="4212919"/>
            <a:ext cx="5624186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1155CC"/>
                </a:solidFill>
                <a:latin typeface="Arial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https://www.reliancedigital.in/solutionbox/random-facts-on-printers/?srsltid=AfmBOopPHyAUBukUmSoRqzZMSmGL3I18P4ZVf_KBbAP6riJ4H1NApO1m</a:t>
            </a:r>
            <a:endParaRPr lang="pt-BR" sz="1100">
              <a:solidFill>
                <a:srgbClr val="1155CC"/>
              </a:solidFill>
              <a:latin typeface="Arial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073F224-69A1-0AE3-09F9-BA830ED39A0F}"/>
              </a:ext>
            </a:extLst>
          </p:cNvPr>
          <p:cNvSpPr txBox="1"/>
          <p:nvPr/>
        </p:nvSpPr>
        <p:spPr>
          <a:xfrm>
            <a:off x="1206672" y="4546945"/>
            <a:ext cx="562418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1155CC"/>
                </a:solidFill>
                <a:latin typeface="Arial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https://www.youtube.com/watch?v=9xZYcWsh8t0</a:t>
            </a:r>
            <a:endParaRPr lang="pt-BR" sz="1100">
              <a:solidFill>
                <a:srgbClr val="1155CC"/>
              </a:solidFill>
              <a:latin typeface="Arial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3C44C98-6143-B4B9-7A30-3676C1B56436}"/>
              </a:ext>
            </a:extLst>
          </p:cNvPr>
          <p:cNvSpPr txBox="1"/>
          <p:nvPr/>
        </p:nvSpPr>
        <p:spPr>
          <a:xfrm>
            <a:off x="1206672" y="5329823"/>
            <a:ext cx="562418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1155CC"/>
                </a:solidFill>
                <a:latin typeface="Arial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https://en.wikipedia.org/wiki/Chuck_Hull</a:t>
            </a:r>
            <a:endParaRPr lang="pt-BR" sz="1100">
              <a:solidFill>
                <a:srgbClr val="1155CC"/>
              </a:solidFill>
              <a:latin typeface="Arial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8BBA6C7-4D33-7F6D-F22B-D2B1F9BDB22F}"/>
              </a:ext>
            </a:extLst>
          </p:cNvPr>
          <p:cNvSpPr txBox="1"/>
          <p:nvPr/>
        </p:nvSpPr>
        <p:spPr>
          <a:xfrm>
            <a:off x="1185796" y="4807904"/>
            <a:ext cx="562418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1155CC"/>
                </a:solidFill>
                <a:latin typeface="Arial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https://www.wishbox.net.br/blog/impressora-3d-historia/</a:t>
            </a:r>
            <a:endParaRPr lang="en-US" sz="1100">
              <a:solidFill>
                <a:srgbClr val="1155CC"/>
              </a:solidFill>
              <a:latin typeface="Arial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1F3A652-9773-5F88-0433-42D7E944ECB1}"/>
              </a:ext>
            </a:extLst>
          </p:cNvPr>
          <p:cNvSpPr txBox="1"/>
          <p:nvPr/>
        </p:nvSpPr>
        <p:spPr>
          <a:xfrm>
            <a:off x="1206672" y="5068863"/>
            <a:ext cx="562418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1155CC"/>
                </a:solidFill>
                <a:latin typeface="Arial"/>
                <a:cs typeface="Arial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https://www.wishbox.net.br/blog/chuck-hull/</a:t>
            </a:r>
            <a:endParaRPr lang="en-US" sz="1100">
              <a:solidFill>
                <a:srgbClr val="1155CC"/>
              </a:solidFill>
              <a:latin typeface="Arial"/>
              <a:cs typeface="Arial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E29F036-5223-0934-AAC1-26D3C9E63776}"/>
              </a:ext>
            </a:extLst>
          </p:cNvPr>
          <p:cNvSpPr txBox="1"/>
          <p:nvPr/>
        </p:nvSpPr>
        <p:spPr>
          <a:xfrm>
            <a:off x="1206671" y="5590782"/>
            <a:ext cx="562418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1155CC"/>
                </a:solidFill>
                <a:latin typeface="Arial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https://www.capitalmds.com/history-printing-part-iii/</a:t>
            </a:r>
            <a:endParaRPr lang="en-US" sz="1100">
              <a:solidFill>
                <a:srgbClr val="1155CC"/>
              </a:solidFill>
              <a:latin typeface="Arial"/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A99DF88-FE81-2B25-EAE9-8F2AF3E5EDE0}"/>
              </a:ext>
            </a:extLst>
          </p:cNvPr>
          <p:cNvSpPr txBox="1"/>
          <p:nvPr/>
        </p:nvSpPr>
        <p:spPr>
          <a:xfrm>
            <a:off x="1206671" y="6112698"/>
            <a:ext cx="562418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1155CC"/>
                </a:solidFill>
                <a:latin typeface="Arial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https://www.youtube.com/watch?v=aCuZiuak1B0</a:t>
            </a:r>
            <a:endParaRPr lang="en-US" sz="1100">
              <a:solidFill>
                <a:srgbClr val="1155CC"/>
              </a:solidFill>
              <a:latin typeface="Arial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098A605-6D82-E2D1-A1C1-813E5866925E}"/>
              </a:ext>
            </a:extLst>
          </p:cNvPr>
          <p:cNvSpPr txBox="1"/>
          <p:nvPr/>
        </p:nvSpPr>
        <p:spPr>
          <a:xfrm>
            <a:off x="1206671" y="5851740"/>
            <a:ext cx="562418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1155CC"/>
                </a:solidFill>
                <a:latin typeface="Arial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https://pt.wikipedia.org/wiki/Impress%C3%A3o_3D</a:t>
            </a:r>
            <a:endParaRPr lang="pt-BR" sz="1100">
              <a:solidFill>
                <a:srgbClr val="1155CC"/>
              </a:solidFill>
              <a:latin typeface="Arial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3245536-FA3E-8E8F-FF29-6DD5BFB6A0EA}"/>
              </a:ext>
            </a:extLst>
          </p:cNvPr>
          <p:cNvSpPr txBox="1"/>
          <p:nvPr/>
        </p:nvSpPr>
        <p:spPr>
          <a:xfrm>
            <a:off x="1206671" y="6373657"/>
            <a:ext cx="562418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1155CC"/>
                </a:solidFill>
                <a:latin typeface="Arial"/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https://tecnoblog.net/responde/como-funciona-impressora-3d/</a:t>
            </a:r>
            <a:endParaRPr lang="pt-BR" sz="1100">
              <a:solidFill>
                <a:srgbClr val="1155CC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46013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Tema do Office</vt:lpstr>
      <vt:lpstr>Impressoras</vt:lpstr>
      <vt:lpstr>PowerPoint Presentation</vt:lpstr>
      <vt:lpstr>História</vt:lpstr>
      <vt:lpstr>História</vt:lpstr>
      <vt:lpstr>História</vt:lpstr>
      <vt:lpstr>História</vt:lpstr>
      <vt:lpstr>História</vt:lpstr>
      <vt:lpstr>História</vt:lpstr>
      <vt:lpstr>Como funciona?</vt:lpstr>
      <vt:lpstr>Tipos principais</vt:lpstr>
      <vt:lpstr>Tipos principais</vt:lpstr>
      <vt:lpstr>Tipos principais</vt:lpstr>
      <vt:lpstr>Tipos principais</vt:lpstr>
      <vt:lpstr>Tipos principais</vt:lpstr>
      <vt:lpstr>Curiosidades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2024-11-17T23:54:38Z</dcterms:created>
  <dcterms:modified xsi:type="dcterms:W3CDTF">2024-11-19T01:56:48Z</dcterms:modified>
</cp:coreProperties>
</file>